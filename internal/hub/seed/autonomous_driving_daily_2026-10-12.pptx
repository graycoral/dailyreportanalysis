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84c00fd92f4170" /><Relationship Type="http://schemas.openxmlformats.org/officeDocument/2006/relationships/extended-properties" Target="/docProps/app.xml" Id="Rdbaeb5660be64fef" /><Relationship Type="http://schemas.openxmlformats.org/officeDocument/2006/relationships/officeDocument" Target="/ppt/presentation.xml" Id="Rdb1a58f457604e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c2ef3e2aa4602"/>
  </p:sldMasterIdLst>
  <p:notesMasterIdLst>
    <p:notesMasterId xmlns:r="http://schemas.openxmlformats.org/officeDocument/2006/relationships" r:id="Ra42c8678a4b54fe8"/>
  </p:notesMasterIdLst>
  <p:sldIdLst>
    <p:sldId xmlns:r="http://schemas.openxmlformats.org/officeDocument/2006/relationships" id="256" r:id="R90162b6704a74bfa"/>
    <p:sldId xmlns:r="http://schemas.openxmlformats.org/officeDocument/2006/relationships" id="257" r:id="R082f62bb09fb4478"/>
    <p:sldId xmlns:r="http://schemas.openxmlformats.org/officeDocument/2006/relationships" id="258" r:id="Rb7a99667d02b4986"/>
    <p:sldId xmlns:r="http://schemas.openxmlformats.org/officeDocument/2006/relationships" id="259" r:id="R9be2cfd0b4b949d4"/>
    <p:sldId xmlns:r="http://schemas.openxmlformats.org/officeDocument/2006/relationships" id="260" r:id="Ree1f2db176ae40ff"/>
    <p:sldId xmlns:r="http://schemas.openxmlformats.org/officeDocument/2006/relationships" id="261" r:id="R7d2dbbbb27da4174"/>
    <p:sldId xmlns:r="http://schemas.openxmlformats.org/officeDocument/2006/relationships" id="262" r:id="R0a37fd6fa2144be7"/>
    <p:sldId xmlns:r="http://schemas.openxmlformats.org/officeDocument/2006/relationships" id="263" r:id="R0b588f9000e7452e"/>
    <p:sldId xmlns:r="http://schemas.openxmlformats.org/officeDocument/2006/relationships" id="264" r:id="R96f9d29e5fee42fc"/>
    <p:sldId xmlns:r="http://schemas.openxmlformats.org/officeDocument/2006/relationships" id="265" r:id="R2f3b98ed05f64f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03db026fa242a9" /><Relationship Type="http://schemas.openxmlformats.org/officeDocument/2006/relationships/slideMaster" Target="/ppt/slideMasters/slideMaster1.xml" Id="R387c2ef3e2aa4602" /><Relationship Type="http://schemas.openxmlformats.org/officeDocument/2006/relationships/notesMaster" Target="/ppt/notesMasters/notesMaster1.xml" Id="Ra42c8678a4b54fe8" /><Relationship Type="http://schemas.openxmlformats.org/officeDocument/2006/relationships/presProps" Target="/ppt/presProps.xml" Id="R989f64794d4a4645" /><Relationship Type="http://schemas.openxmlformats.org/officeDocument/2006/relationships/tableStyles" Target="/ppt/tableStyles.xml" Id="R77fb8f7260fa43e0" /><Relationship Type="http://schemas.openxmlformats.org/officeDocument/2006/relationships/slide" Target="/ppt/slides/slide1.xml" Id="R90162b6704a74bfa" /><Relationship Type="http://schemas.openxmlformats.org/officeDocument/2006/relationships/slide" Target="/ppt/slides/slide2.xml" Id="R082f62bb09fb4478" /><Relationship Type="http://schemas.openxmlformats.org/officeDocument/2006/relationships/slide" Target="/ppt/slides/slide3.xml" Id="Rb7a99667d02b4986" /><Relationship Type="http://schemas.openxmlformats.org/officeDocument/2006/relationships/slide" Target="/ppt/slides/slide4.xml" Id="R9be2cfd0b4b949d4" /><Relationship Type="http://schemas.openxmlformats.org/officeDocument/2006/relationships/slide" Target="/ppt/slides/slide5.xml" Id="Ree1f2db176ae40ff" /><Relationship Type="http://schemas.openxmlformats.org/officeDocument/2006/relationships/slide" Target="/ppt/slides/slide6.xml" Id="R7d2dbbbb27da4174" /><Relationship Type="http://schemas.openxmlformats.org/officeDocument/2006/relationships/slide" Target="/ppt/slides/slide7.xml" Id="R0a37fd6fa2144be7" /><Relationship Type="http://schemas.openxmlformats.org/officeDocument/2006/relationships/slide" Target="/ppt/slides/slide8.xml" Id="R0b588f9000e7452e" /><Relationship Type="http://schemas.openxmlformats.org/officeDocument/2006/relationships/slide" Target="/ppt/slides/slide9.xml" Id="R96f9d29e5fee42fc" /><Relationship Type="http://schemas.openxmlformats.org/officeDocument/2006/relationships/slide" Target="/ppt/slides/slide10.xml" Id="R2f3b98ed05f6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945312d5d447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f98be0a2234a3b" /><Relationship Type="http://schemas.openxmlformats.org/officeDocument/2006/relationships/notesMaster" Target="/ppt/notesMasters/notesMaster1.xml" Id="Rc3018962109e4c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d8642a16004ec9" /><Relationship Type="http://schemas.openxmlformats.org/officeDocument/2006/relationships/notesMaster" Target="/ppt/notesMasters/notesMaster1.xml" Id="R72808876e68b4e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03c48e0ce042ba" /><Relationship Type="http://schemas.openxmlformats.org/officeDocument/2006/relationships/notesMaster" Target="/ppt/notesMasters/notesMaster1.xml" Id="Rf8ab636033f442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f7548851b74134" /><Relationship Type="http://schemas.openxmlformats.org/officeDocument/2006/relationships/notesMaster" Target="/ppt/notesMasters/notesMaster1.xml" Id="Rc4ca762b8b9043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63266063cf44fb" /><Relationship Type="http://schemas.openxmlformats.org/officeDocument/2006/relationships/notesMaster" Target="/ppt/notesMasters/notesMaster1.xml" Id="Rd7ad0bd22a49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fa568b133d4c0a" /><Relationship Type="http://schemas.openxmlformats.org/officeDocument/2006/relationships/notesMaster" Target="/ppt/notesMasters/notesMaster1.xml" Id="R0f0e3f06f5f547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e08b484d15461a" /><Relationship Type="http://schemas.openxmlformats.org/officeDocument/2006/relationships/notesMaster" Target="/ppt/notesMasters/notesMaster1.xml" Id="R008c02e4e3034b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b600b4adda4136" /><Relationship Type="http://schemas.openxmlformats.org/officeDocument/2006/relationships/notesMaster" Target="/ppt/notesMasters/notesMaster1.xml" Id="R991df4c4700c41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d19482176b4a38" /><Relationship Type="http://schemas.openxmlformats.org/officeDocument/2006/relationships/notesMaster" Target="/ppt/notesMasters/notesMaster1.xml" Id="R6df23890d9824b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b7ddc1758c49af" /><Relationship Type="http://schemas.openxmlformats.org/officeDocument/2006/relationships/notesMaster" Target="/ppt/notesMasters/notesMaster1.xml" Id="R3e48056db5ba4f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Headline: No material new 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Waymo: https://waymo.com/blog/</a:t>
            </a:r>
          </a:p>
          <a:p xmlns:a="http://schemas.openxmlformats.org/drawingml/2006/main">
            <a:r>
              <a:t>NHTSA: https://www.nhtsa.gov/press-releases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https://www.uber.com/us/en/newsroom/autonomous/ | https://www.avride.ai/ | https://bolt.eu/en/blog/category/autonomous-solutions/ | https://www.mobileye.com/news/ | https://www.kakaomobility.com/newsroom | https://www.socarcorp.kr/blog/772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May Mobility: https://maymobility.com/posts/type/company-news/</a:t>
            </a:r>
          </a:p>
          <a:p xmlns:a="http://schemas.openxmlformats.org/drawingml/2006/main">
            <a:r>
              <a:t>Lyft Atlanta: https://www.lyft.com/blog/posts/lyft-and-may-mobility-launch-autonomous-vehicles-in-atlanta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May Mobility architecture: https://maymobility.com/posts/may-mobility-launches-new-av-architecture/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SEC: https://www.sec.gov/Archives/edgar/data/2111542/000121390026100367/ea030470201ex99-1.htm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NHTSA: https://www.nhtsa.gov/press-releases</a:t>
            </a:r>
          </a:p>
          <a:p xmlns:a="http://schemas.openxmlformats.org/drawingml/2006/main">
            <a:r>
              <a:t>NHTSA SGO: https://www.nhtsa.gov/laws-regulations/standing-general-order-crash-reporting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238b6c7f842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4fe6f03ea4d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aec0f99ee4c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984d0add04e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36368eb3c42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64c40aa9549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387CC4-7616-48FB-B06D-1F8846F5A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111B8D-4AF9-4830-82AE-A0905A39EA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81DF61-391B-419E-9899-804F8E569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968E59-1C6F-402E-83D4-DB1F9A19A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805C2F-06B0-49E8-A37A-0E3EF2FE12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A0902E-01D2-4CD9-928F-EA013C80B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1F7EFB-4F70-4A97-A845-EEFA4CF461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B777EF-328D-4F73-9B09-74A77B87C8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9CF7FA-3549-47F7-80CF-B5C2E8893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DDF06C-B6F9-4803-953B-C0C0828F28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3646a3075144a9" /><Relationship Type="http://schemas.openxmlformats.org/officeDocument/2006/relationships/slideLayout" Target="/ppt/slideLayouts/slideLayout1.xml" Id="Rc887e2bb591445f1" /><Relationship Type="http://schemas.openxmlformats.org/officeDocument/2006/relationships/slideLayout" Target="/ppt/slideLayouts/slideLayout2.xml" Id="R24c8fd83e1e14ece" /><Relationship Type="http://schemas.openxmlformats.org/officeDocument/2006/relationships/slideLayout" Target="/ppt/slideLayouts/slideLayout3.xml" Id="R2778429139b645f3" /><Relationship Type="http://schemas.openxmlformats.org/officeDocument/2006/relationships/slideLayout" Target="/ppt/slideLayouts/slideLayout4.xml" Id="Rf370bd6b4a0f42b3" /><Relationship Type="http://schemas.openxmlformats.org/officeDocument/2006/relationships/slideLayout" Target="/ppt/slideLayouts/slideLayout5.xml" Id="Rffa65aee982a4326" /><Relationship Type="http://schemas.openxmlformats.org/officeDocument/2006/relationships/slideLayout" Target="/ppt/slideLayouts/slideLayout6.xml" Id="R00fa29a4880e4b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87e2bb591445f1"/>
    <p:sldLayoutId xmlns:r="http://schemas.openxmlformats.org/officeDocument/2006/relationships" id="2147483650" r:id="R24c8fd83e1e14ece"/>
    <p:sldLayoutId xmlns:r="http://schemas.openxmlformats.org/officeDocument/2006/relationships" id="2147483651" r:id="R2778429139b645f3"/>
    <p:sldLayoutId xmlns:r="http://schemas.openxmlformats.org/officeDocument/2006/relationships" id="2147483652" r:id="Rf370bd6b4a0f42b3"/>
    <p:sldLayoutId xmlns:r="http://schemas.openxmlformats.org/officeDocument/2006/relationships" id="2147483653" r:id="Rffa65aee982a4326"/>
    <p:sldLayoutId xmlns:r="http://schemas.openxmlformats.org/officeDocument/2006/relationships" id="2147483654" r:id="R00fa29a4880e4b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2bfdedb1c4c4a" /><Relationship Type="http://schemas.openxmlformats.org/officeDocument/2006/relationships/notesSlide" Target="/ppt/notesSlides/notesSlide1.xml" Id="Rdc38eca94fc349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4ec75aea54f43" /><Relationship Type="http://schemas.openxmlformats.org/officeDocument/2006/relationships/notesSlide" Target="/ppt/notesSlides/notesSlide2.xml" Id="R5408c1fc5c2848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84993560d4878" /><Relationship Type="http://schemas.openxmlformats.org/officeDocument/2006/relationships/notesSlide" Target="/ppt/notesSlides/notesSlide3.xml" Id="Rdc75b752852e47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e15a4d99142cf" /><Relationship Type="http://schemas.openxmlformats.org/officeDocument/2006/relationships/notesSlide" Target="/ppt/notesSlides/notesSlide4.xml" Id="R958d76cebf8642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aac8bb5fb4322" /><Relationship Type="http://schemas.openxmlformats.org/officeDocument/2006/relationships/notesSlide" Target="/ppt/notesSlides/notesSlide5.xml" Id="Ra59ce1139c454c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a4d5efd1646c7" /><Relationship Type="http://schemas.openxmlformats.org/officeDocument/2006/relationships/notesSlide" Target="/ppt/notesSlides/notesSlide6.xml" Id="Rd898bc77138140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6ad7fc83944f1" /><Relationship Type="http://schemas.openxmlformats.org/officeDocument/2006/relationships/notesSlide" Target="/ppt/notesSlides/notesSlide7.xml" Id="R881d2b215b264e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916c6ad7f431d" /><Relationship Type="http://schemas.openxmlformats.org/officeDocument/2006/relationships/notesSlide" Target="/ppt/notesSlides/notesSlide8.xml" Id="Rdf4e4bb749be4e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17648c8c84532" /><Relationship Type="http://schemas.openxmlformats.org/officeDocument/2006/relationships/notesSlide" Target="/ppt/notesSlides/notesSlide9.xml" Id="Rf9142e3355074b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e0da0dcaa484a" /><Relationship Type="http://schemas.openxmlformats.org/officeDocument/2006/relationships/notesSlide" Target="/ppt/notesSlides/notesSlide10.xml" Id="R485be95eafef4d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D65EE-AA01-48EC-A36A-BA4A9BE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511EB-2882-4669-9A84-B4FB4ECB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86C63-527B-4463-9930-8528CA85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A7026-5D64-4256-B39C-B82ADC2A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No material new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AD62C-DDEA-471C-80C9-0205D36E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>
            <a:def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2026-10-12</a:t>
            </a:r>
          </a:p>
        </p:txBody>
      </p:sp>
    </p:spTree>
    <p:extLst>
      <p:ext uri="{BB962C8B-B14F-4D97-AF65-F5344CB8AC3E}">
        <p14:creationId xmlns:p14="http://schemas.microsoft.com/office/powerpoint/2010/main" val="1287738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A7263-2F4D-4D3D-ADFF-4F14EAEF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5131A-320E-4DD1-9D75-35BFA9DD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2F44F-6DFD-4070-B7F1-B9698065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06B71-25DC-4EFB-A4E9-A582276E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PUBLIC-SOURCE CHECK SINCE THE OCTOBER 9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635F7-FAD8-43A8-8FDF-D264F045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7B267-5430-4C2D-B9D2-DFFA4F0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material new L4 status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C132E-8ACE-4ECA-88AB-9FC57787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confirmed driver-out launch, commercial permit, new city or fleet increase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All six designated companies show no new L4 execution milestone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May Mobility baseline is repeated under the explicit duplicate exception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Repeated facts and L2/L3 driver-assistance news are excluded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F7E76-F594-43D4-A5B3-3AF9D568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2026-10-12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87552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240B6-EF5A-4C55-8594-523D8D4C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C75D5-9273-4253-9444-F38D1C42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828CE-C18C-4DC5-93D5-9A498FF1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L4 watchlist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EA510-3C00-4FC0-B3F1-6AFEE04B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Confirmed execution changes, not plans</a:t>
            </a:r>
          </a:p>
        </p:txBody>
      </p:sp>
    </p:spTree>
    <p:extLst>
      <p:ext uri="{BB962C8B-B14F-4D97-AF65-F5344CB8AC3E}">
        <p14:creationId xmlns:p14="http://schemas.microsoft.com/office/powerpoint/2010/main" val="2062076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E3801-F81C-4DE3-AE98-77EE16D5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DA3E2-9985-412E-8320-FBC6BB6E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Six-company L4 status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AD991-3124-4348-94C1-CF411218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FD393-F58C-43F1-8E6D-195C54CB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UBER · AVRIDE · BOLT · MOBILEYE · KAKAO · SOCAR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D7E50-B5E4-4C0E-80BE-C0F4D1AA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3C0AF-2D47-48C3-A11D-8CEF52BE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companies with a new confirmed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BCE01-A2A1-4B34-8CB4-D7A773F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Uber: no launch, fleet or safety-operator change after the London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Avride and Bolt: no driver-out, permit, ODD or fleet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Mobileye: no new test launch or commercial execution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Kakao Mobility and Socar: no new L4 service or operator-status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62DA9-DE94-43FC-B628-EF56BB5C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2026-10-12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870490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AC594-7F27-4EC3-880F-52FB88F3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AB50F-37F7-4D98-A64B-787AD559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9F56B-C951-4624-BC2D-53B92AB8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May Mobility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4EBBB-419A-4EAF-BC2D-081E4AA7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[DUPLICATE] Prior report: 2026-10-09 · No new confirmation</a:t>
            </a:r>
          </a:p>
        </p:txBody>
      </p:sp>
    </p:spTree>
    <p:extLst>
      <p:ext uri="{BB962C8B-B14F-4D97-AF65-F5344CB8AC3E}">
        <p14:creationId xmlns:p14="http://schemas.microsoft.com/office/powerpoint/2010/main" val="217197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57336-A655-4AB3-ADBB-8EA632F8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8D18C-75A7-46EE-99FB-AFF1149D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operating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4B38B-47CD-46AE-B692-2C0EC750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83713-42E8-4580-8186-7E0E6033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[DUPLICATE]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BE88C-909B-4CF4-BEE7-0EE66BA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F2C39-0A0B-4BC5-8A16-BF9756AC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confirmed U.S. commercial locations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DC695-833F-4AAE-8CC9-33B73729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Commercial service is confirmed in Atlanta, Grand Rapids and Eden Prairie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Atlanta launched with an onboard safety operator; removal is unconfirmed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company reports 550K+ rides and 1.1M+ miles cumulatively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Current local fleet sizes and driver-out status for every route are undisclosed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F8F60-4C22-41C2-A70B-08AFBC4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2026-10-12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348517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C6214-485F-4038-AA4F-DD215275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12A04-A4A5-4936-9986-E3D9C866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technology and ODD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2E27D-775E-4341-9235-0BCB801B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725FD-D30B-4F85-BE8B-98FE3A8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[DUPLICATE] PUBLISHED TECHNOLOGY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B4346-8AF5-47FF-82B3-B1A66059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200ms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0C956-5B37-4971-B144-7AA7127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candidate-action evaluation cycle — company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F7C6A-DD5D-4E65-A19A-158B1DD1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LiDAR, radar and cameras support a fifth-generation world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Multi-policy reasoning evaluates multiple candidate 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 technology release is not a city-specific driver-out 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Detailed road, weather and speed limits remain only partly 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E0652-306C-49EA-AE17-0D0152DD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2026-10-12   DAILY REPORT   7</a:t>
            </a:r>
          </a:p>
        </p:txBody>
      </p:sp>
    </p:spTree>
    <p:extLst>
      <p:ext uri="{BB962C8B-B14F-4D97-AF65-F5344CB8AC3E}">
        <p14:creationId xmlns:p14="http://schemas.microsoft.com/office/powerpoint/2010/main" val="1434549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47DBE-B9D2-43EC-9EF6-B05B4412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9986B-4C9A-4405-AC02-D29A480C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Mobility: plan versus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47F96-037F-48A5-AE58-574142AF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4514F-B667-46C5-91B3-1B902E69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[DUPLICATE] PLANS NOT YET CONFIRMED AS DELIVERED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A273A-5073-477A-9C63-EDD6DD09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$1.4B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1435D-5437-4A41-BAE9-AE4B793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proposed SPAC enterprise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ADE84-C191-4CBC-8FD3-A110F2DD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Arlington with Uber targets Q4 2026 or Q1 2027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Service launch, vehicle deployment and driver-out operation are unconfirmed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Up to $337M gross proceeds and a $120M PIPE are proposed terms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closing, Nasdaq listing or direct Hyundai partnership is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C7950-0633-410B-BDCF-844E027B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2026-10-12   DAILY REPORT   8</a:t>
            </a:r>
          </a:p>
        </p:txBody>
      </p:sp>
    </p:spTree>
    <p:extLst>
      <p:ext uri="{BB962C8B-B14F-4D97-AF65-F5344CB8AC3E}">
        <p14:creationId xmlns:p14="http://schemas.microsoft.com/office/powerpoint/2010/main" val="530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3B3E9-55BF-42A3-A1B4-8698D59E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4E63F-FD4F-4FE8-9B4B-2CE6E2ED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A61A7-470F-4F9D-A4B0-7FE2EB6B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Regulation &amp;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31043-6394-4095-8C7C-1AAC4B8E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No new official change confirmed over the weekend</a:t>
            </a:r>
          </a:p>
        </p:txBody>
      </p:sp>
    </p:spTree>
    <p:extLst>
      <p:ext uri="{BB962C8B-B14F-4D97-AF65-F5344CB8AC3E}">
        <p14:creationId xmlns:p14="http://schemas.microsoft.com/office/powerpoint/2010/main" val="6962716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120EC-7FC8-4921-ABD4-087867F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8BD16-1EB1-4738-8280-4957B13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Regulation, safety and supply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F4D35-90AC-4509-A3AF-70AA0EAE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AFE50-DC09-40F5-9368-A66AAFF7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C75F3-A963-4A05-B9DD-B1E004DF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3478D-A1A6-45E3-A258-41942D6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new permits, probes, recalls or supply deals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65AE9-5A17-4F5D-8FD7-CE570E5C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NHTSA public releases show no new L4 action after October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FMCSA's five-year Aurora exemption is excluded as already reported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completed new sensor, compute or vehicle-platform supply milestone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Future plans, demos and L2/L3 updates are excluded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58DB9-CD7E-49B9-8CEF-13685793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2026-10-12   DAILY REPORT   10</a:t>
            </a:r>
          </a:p>
        </p:txBody>
      </p:sp>
    </p:spTree>
    <p:extLst>
      <p:ext uri="{BB962C8B-B14F-4D97-AF65-F5344CB8AC3E}">
        <p14:creationId xmlns:p14="http://schemas.microsoft.com/office/powerpoint/2010/main" val="723385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2026-10-11T22:36:35.5560000Z</dcterms:created>
  <dcterms:modified xsi:type="dcterms:W3CDTF">2026-10-11T22:36:35.5560000Z</dcterms:modified>
</coreProperties>
</file>