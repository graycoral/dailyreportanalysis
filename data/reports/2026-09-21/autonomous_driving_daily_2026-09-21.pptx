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fad84a0ba14d84" /><Relationship Type="http://schemas.openxmlformats.org/officeDocument/2006/relationships/extended-properties" Target="/docProps/app.xml" Id="R53829744d4564055" /><Relationship Type="http://schemas.openxmlformats.org/officeDocument/2006/relationships/officeDocument" Target="/ppt/presentation.xml" Id="Rad76a7db31f3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2103d48aec46e0"/>
  </p:sldMasterIdLst>
  <p:notesMasterIdLst>
    <p:notesMasterId xmlns:r="http://schemas.openxmlformats.org/officeDocument/2006/relationships" r:id="Ra1dc65c9342e4636"/>
  </p:notesMasterIdLst>
  <p:sldIdLst>
    <p:sldId xmlns:r="http://schemas.openxmlformats.org/officeDocument/2006/relationships" id="256" r:id="R89dfa125da954065"/>
    <p:sldId xmlns:r="http://schemas.openxmlformats.org/officeDocument/2006/relationships" id="257" r:id="R55b7b9443c894d02"/>
    <p:sldId xmlns:r="http://schemas.openxmlformats.org/officeDocument/2006/relationships" id="258" r:id="R923911a7553045c2"/>
    <p:sldId xmlns:r="http://schemas.openxmlformats.org/officeDocument/2006/relationships" id="259" r:id="Rd6a4491c26bb44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a287abb4674128" /><Relationship Type="http://schemas.openxmlformats.org/officeDocument/2006/relationships/slideMaster" Target="/ppt/slideMasters/slideMaster1.xml" Id="R9f2103d48aec46e0" /><Relationship Type="http://schemas.openxmlformats.org/officeDocument/2006/relationships/notesMaster" Target="/ppt/notesMasters/notesMaster1.xml" Id="Ra1dc65c9342e4636" /><Relationship Type="http://schemas.openxmlformats.org/officeDocument/2006/relationships/presProps" Target="/ppt/presProps.xml" Id="R40a0cb2d77cf470c" /><Relationship Type="http://schemas.openxmlformats.org/officeDocument/2006/relationships/tableStyles" Target="/ppt/tableStyles.xml" Id="R40a0952da8cb4abc" /><Relationship Type="http://schemas.openxmlformats.org/officeDocument/2006/relationships/slide" Target="/ppt/slides/slide1.xml" Id="R89dfa125da954065" /><Relationship Type="http://schemas.openxmlformats.org/officeDocument/2006/relationships/slide" Target="/ppt/slides/slide2.xml" Id="R55b7b9443c894d02" /><Relationship Type="http://schemas.openxmlformats.org/officeDocument/2006/relationships/slide" Target="/ppt/slides/slide3.xml" Id="R923911a7553045c2" /><Relationship Type="http://schemas.openxmlformats.org/officeDocument/2006/relationships/slide" Target="/ppt/slides/slide4.xml" Id="Rd6a4491c26bb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8b44f46e3d41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56267b35ea42c2" /><Relationship Type="http://schemas.openxmlformats.org/officeDocument/2006/relationships/notesMaster" Target="/ppt/notesMasters/notesMaster1.xml" Id="Rb0500217ed7c4f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a4d5f168894a63" /><Relationship Type="http://schemas.openxmlformats.org/officeDocument/2006/relationships/notesMaster" Target="/ppt/notesMasters/notesMaster1.xml" Id="R427c247e06a7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5f87346d6e4ddc" /><Relationship Type="http://schemas.openxmlformats.org/officeDocument/2006/relationships/notesMaster" Target="/ppt/notesMasters/notesMaster1.xml" Id="Rbe62dce6834849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6932ca5124c3c" /><Relationship Type="http://schemas.openxmlformats.org/officeDocument/2006/relationships/notesMaster" Target="/ppt/notesMasters/notesMaster1.xml" Id="R7debde0bbe9c45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Reuters and Axios, both published 2026-09-16.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https://www.reuters.com/legal/transactional/may-mobility-list-nasdaq-via-14-billion-spac-deal-2026-09-16/</a:t>
            </a:r>
          </a:p>
          <a:p xmlns:a="http://schemas.openxmlformats.org/drawingml/2006/main">
            <a:r>
              <a:t>Axios: https://www.axios.com/2026/09/16/may-mobility-public-spac-atlas-credit-partners-acp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for business model and financial figures: Axios, 2026-09-16.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https://www.reuters.com/legal/transactional/may-mobility-list-nasdaq-via-14-billion-spac-deal-2026-09-16/</a:t>
            </a:r>
          </a:p>
          <a:p xmlns:a="http://schemas.openxmlformats.org/drawingml/2006/main">
            <a:r>
              <a:t>Axios: https://www.axios.com/2026/09/16/may-mobility-public-spac-atlas-credit-partners-acp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4fde11bf349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5436b524a740f2" /><Relationship Type="http://schemas.openxmlformats.org/officeDocument/2006/relationships/slideLayout" Target="/ppt/slideLayouts/slideLayout1.xml" Id="Rfe78c6e3ec2444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8c6e3ec2444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2ad8e6364466e" /><Relationship Type="http://schemas.openxmlformats.org/officeDocument/2006/relationships/notesSlide" Target="/ppt/notesSlides/notesSlide1.xml" Id="Rc1b1e6224837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89f71be4844ea" /><Relationship Type="http://schemas.openxmlformats.org/officeDocument/2006/relationships/notesSlide" Target="/ppt/notesSlides/notesSlide2.xml" Id="Rcb6487427a8145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390d671594eb9" /><Relationship Type="http://schemas.openxmlformats.org/officeDocument/2006/relationships/notesSlide" Target="/ppt/notesSlides/notesSlide3.xml" Id="Rffeeb1a5908d41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e671a023b4d3d" /><Relationship Type="http://schemas.openxmlformats.org/officeDocument/2006/relationships/notesSlide" Target="/ppt/notesSlides/notesSlide4.xml" Id="Rdd1dca6e70ca4b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6ED0E-D69C-4FEF-B4AA-5E1ECB12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46DB3-2170-45E7-BFB2-AF46F697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B9FF0-D6EA-4073-9336-B41542C1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8F485-D0E8-461E-8951-33031A84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4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D9E4F0"/>
                </a:solidFill>
                <a:latin typeface="Bitstream Charter"/>
                <a:ea typeface="Bitstream Charter"/>
                <a:cs typeface="Bitstream Charter"/>
              </a:rPr>
              <a:t>May Mobility's $1.4B SPAC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71F26-7F3F-45E9-A578-975AFDF5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2026-09-21</a:t>
            </a:r>
          </a:p>
        </p:txBody>
      </p:sp>
    </p:spTree>
    <p:extLst>
      <p:ext uri="{BB962C8B-B14F-4D97-AF65-F5344CB8AC3E}">
        <p14:creationId xmlns:p14="http://schemas.microsoft.com/office/powerpoint/2010/main" val="198573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D857C-81D0-421F-AA0B-4322CCD3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EC4D8-BF2F-4C0B-8454-139E89E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plans Nasdaq listing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798F2-7BDB-417F-900A-CD1CF52C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24849-7EC8-4A20-A637-E5B22A89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930"/>
          </a:solidFill>
          <a:ln xmlns:a="http://schemas.openxmlformats.org/drawingml/2006/main" w="0">
            <a:solidFill>
              <a:srgbClr val="0B19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785EF-D348-4444-A47B-5E58DF34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$1.4B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915DD-8A11-43F8-B8E9-324E08CF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Pro forma enterprise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146A8-66B4-4F8A-94F6-DF8726D9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Proposed ticker: MAY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2BF53-C11B-4AC8-877F-AA225A9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666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Merger partner: ACP Holdings Acquisition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Up to $337M in gross proceeds reported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Transaction expected to close by year-end 2026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Completion and final proceeds remain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290C6-2A5B-4B1F-8F46-0756263C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2026-09-21  |  DAILY REPORT  |  2</a:t>
            </a:r>
          </a:p>
        </p:txBody>
      </p:sp>
    </p:spTree>
    <p:extLst>
      <p:ext uri="{BB962C8B-B14F-4D97-AF65-F5344CB8AC3E}">
        <p14:creationId xmlns:p14="http://schemas.microsoft.com/office/powerpoint/2010/main" val="668006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DDC88-F3B0-48B1-A9E9-1B391CF6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E4637-1E79-4E3A-8302-DC45D295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Autonomy-as-a-Service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F6086-ED8C-46C7-82A6-13ED7A0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3C6"/>
          </a:solidFill>
          <a:ln xmlns:a="http://schemas.openxmlformats.org/drawingml/2006/main" w="0">
            <a:solidFill>
              <a:srgbClr val="42D3C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3135F-FDD6-4569-8F53-4455017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0958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7F8F6"/>
          </a:solidFill>
          <a:ln xmlns:a="http://schemas.openxmlformats.org/drawingml/2006/main" w="0">
            <a:solidFill>
              <a:srgbClr val="E7F8F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3D2C6-FF89-4234-8B22-0804C570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E1B12-9693-405B-AE7D-DD33952A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Own and operate vehicles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Provide local fleet operations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Deploy May Mobility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54449-6E7C-432B-A6E9-45691B48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1720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52ACB-A33E-4141-B5B1-E5CD40F0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62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5800C-D2B8-4637-9E86-601DDC11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4800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Supplies autonomous-driving system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Focuses on technology and services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2025 revenue reported at about $10M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B970E-801A-4CF2-9802-7A5181D0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718096"/>
                </a:solidFill>
                <a:latin typeface="Bitstream Charter"/>
                <a:ea typeface="Bitstream Charter"/>
                <a:cs typeface="Bitstream Charter"/>
              </a:rPr>
              <a:t>2026-09-21  |  DAILY REPORT  |  3</a:t>
            </a:r>
          </a:p>
        </p:txBody>
      </p:sp>
    </p:spTree>
    <p:extLst>
      <p:ext uri="{BB962C8B-B14F-4D97-AF65-F5344CB8AC3E}">
        <p14:creationId xmlns:p14="http://schemas.microsoft.com/office/powerpoint/2010/main" val="1945183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A5241-B3EA-4895-AF95-7503A73C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FE727-C47F-4925-8B6E-1820AE73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Source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E0468-0D9F-493F-BFB5-90D8A89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0FA66-F3E4-47B0-9813-32548DCB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Reuters · $1.4B SPAC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469E9-42BD-4B1A-8AAC-F095B21E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42D3C6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E6478-2B6D-44EF-BBBA-36EC8848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Axios · Deal terms and operating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4A9EB-C715-42BC-95F9-150D4764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are included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072283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2026-09-20T22:32:34.8010000Z</dcterms:created>
  <dcterms:modified xsi:type="dcterms:W3CDTF">2026-09-20T22:32:34.8010000Z</dcterms:modified>
</coreProperties>
</file>