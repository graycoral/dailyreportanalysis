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e15681b88d46c6" /><Relationship Type="http://schemas.openxmlformats.org/officeDocument/2006/relationships/extended-properties" Target="/docProps/app.xml" Id="R7d7b42d943b44cc3" /><Relationship Type="http://schemas.openxmlformats.org/officeDocument/2006/relationships/officeDocument" Target="/ppt/presentation.xml" Id="R3f2b9c8e7c204c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236a2bc7054398"/>
  </p:sldMasterIdLst>
  <p:notesMasterIdLst>
    <p:notesMasterId xmlns:r="http://schemas.openxmlformats.org/officeDocument/2006/relationships" r:id="Rb4a99d4735194c0e"/>
  </p:notesMasterIdLst>
  <p:sldIdLst>
    <p:sldId xmlns:r="http://schemas.openxmlformats.org/officeDocument/2006/relationships" id="256" r:id="R9c42280783094305"/>
    <p:sldId xmlns:r="http://schemas.openxmlformats.org/officeDocument/2006/relationships" id="257" r:id="Ra88766bd552441cc"/>
    <p:sldId xmlns:r="http://schemas.openxmlformats.org/officeDocument/2006/relationships" id="258" r:id="Rb24dc2a87a1348f6"/>
    <p:sldId xmlns:r="http://schemas.openxmlformats.org/officeDocument/2006/relationships" id="259" r:id="Rd035aeba93204ab7"/>
    <p:sldId xmlns:r="http://schemas.openxmlformats.org/officeDocument/2006/relationships" id="260" r:id="R9c23df75abd344c2"/>
    <p:sldId xmlns:r="http://schemas.openxmlformats.org/officeDocument/2006/relationships" id="261" r:id="Rd33e76e470c542a5"/>
    <p:sldId xmlns:r="http://schemas.openxmlformats.org/officeDocument/2006/relationships" id="262" r:id="R35a151c7ffde4580"/>
    <p:sldId xmlns:r="http://schemas.openxmlformats.org/officeDocument/2006/relationships" id="263" r:id="R3a7f91a42ac548f4"/>
    <p:sldId xmlns:r="http://schemas.openxmlformats.org/officeDocument/2006/relationships" id="264" r:id="R74298dedfa9d455d"/>
    <p:sldId xmlns:r="http://schemas.openxmlformats.org/officeDocument/2006/relationships" id="265" r:id="R604721529b674817"/>
    <p:sldId xmlns:r="http://schemas.openxmlformats.org/officeDocument/2006/relationships" id="266" r:id="R57ea57408f484c19"/>
    <p:sldId xmlns:r="http://schemas.openxmlformats.org/officeDocument/2006/relationships" id="267" r:id="R52e8a05c62ee40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16e153b32c4b36" /><Relationship Type="http://schemas.openxmlformats.org/officeDocument/2006/relationships/slideMaster" Target="/ppt/slideMasters/slideMaster1.xml" Id="R11236a2bc7054398" /><Relationship Type="http://schemas.openxmlformats.org/officeDocument/2006/relationships/notesMaster" Target="/ppt/notesMasters/notesMaster1.xml" Id="Rb4a99d4735194c0e" /><Relationship Type="http://schemas.openxmlformats.org/officeDocument/2006/relationships/presProps" Target="/ppt/presProps.xml" Id="R269b159b109d4b6e" /><Relationship Type="http://schemas.openxmlformats.org/officeDocument/2006/relationships/tableStyles" Target="/ppt/tableStyles.xml" Id="Rbd07553c915845e8" /><Relationship Type="http://schemas.openxmlformats.org/officeDocument/2006/relationships/slide" Target="/ppt/slides/slide1.xml" Id="R9c42280783094305" /><Relationship Type="http://schemas.openxmlformats.org/officeDocument/2006/relationships/slide" Target="/ppt/slides/slide2.xml" Id="Ra88766bd552441cc" /><Relationship Type="http://schemas.openxmlformats.org/officeDocument/2006/relationships/slide" Target="/ppt/slides/slide3.xml" Id="Rb24dc2a87a1348f6" /><Relationship Type="http://schemas.openxmlformats.org/officeDocument/2006/relationships/slide" Target="/ppt/slides/slide4.xml" Id="Rd035aeba93204ab7" /><Relationship Type="http://schemas.openxmlformats.org/officeDocument/2006/relationships/slide" Target="/ppt/slides/slide5.xml" Id="R9c23df75abd344c2" /><Relationship Type="http://schemas.openxmlformats.org/officeDocument/2006/relationships/slide" Target="/ppt/slides/slide6.xml" Id="Rd33e76e470c542a5" /><Relationship Type="http://schemas.openxmlformats.org/officeDocument/2006/relationships/slide" Target="/ppt/slides/slide7.xml" Id="R35a151c7ffde4580" /><Relationship Type="http://schemas.openxmlformats.org/officeDocument/2006/relationships/slide" Target="/ppt/slides/slide8.xml" Id="R3a7f91a42ac548f4" /><Relationship Type="http://schemas.openxmlformats.org/officeDocument/2006/relationships/slide" Target="/ppt/slides/slide9.xml" Id="R74298dedfa9d455d" /><Relationship Type="http://schemas.openxmlformats.org/officeDocument/2006/relationships/slide" Target="/ppt/slides/slide10.xml" Id="R604721529b674817" /><Relationship Type="http://schemas.openxmlformats.org/officeDocument/2006/relationships/slide" Target="/ppt/slides/slide11.xml" Id="R57ea57408f484c19" /><Relationship Type="http://schemas.openxmlformats.org/officeDocument/2006/relationships/slide" Target="/ppt/slides/slide12.xml" Id="R52e8a05c62ee40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365ed2015842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960e7347024c9d" /><Relationship Type="http://schemas.openxmlformats.org/officeDocument/2006/relationships/notesMaster" Target="/ppt/notesMasters/notesMaster1.xml" Id="R92f04f68f9764a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c85e7149084ce5" /><Relationship Type="http://schemas.openxmlformats.org/officeDocument/2006/relationships/notesMaster" Target="/ppt/notesMasters/notesMaster1.xml" Id="Rca3237ebde8b4f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91f8256fac45ad" /><Relationship Type="http://schemas.openxmlformats.org/officeDocument/2006/relationships/notesMaster" Target="/ppt/notesMasters/notesMaster1.xml" Id="Rd2912dab8f2843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13c629a2d046dd" /><Relationship Type="http://schemas.openxmlformats.org/officeDocument/2006/relationships/notesMaster" Target="/ppt/notesMasters/notesMaster1.xml" Id="Rea4a108d2b6e48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14b87ea53142da" /><Relationship Type="http://schemas.openxmlformats.org/officeDocument/2006/relationships/notesMaster" Target="/ppt/notesMasters/notesMaster1.xml" Id="R9a78b4ab55714d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538182a26e487f" /><Relationship Type="http://schemas.openxmlformats.org/officeDocument/2006/relationships/notesMaster" Target="/ppt/notesMasters/notesMaster1.xml" Id="Re815d7d6e6524f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048a98b5024356" /><Relationship Type="http://schemas.openxmlformats.org/officeDocument/2006/relationships/notesMaster" Target="/ppt/notesMasters/notesMaster1.xml" Id="Rf0f79887bde643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7ac330daf24f9f" /><Relationship Type="http://schemas.openxmlformats.org/officeDocument/2006/relationships/notesMaster" Target="/ppt/notesMasters/notesMaster1.xml" Id="R7fcb7ad7f89c47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107ea1ee5d437a" /><Relationship Type="http://schemas.openxmlformats.org/officeDocument/2006/relationships/notesMaster" Target="/ppt/notesMasters/notesMaster1.xml" Id="R0cd775e7fa304f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3f53a6264b414a" /><Relationship Type="http://schemas.openxmlformats.org/officeDocument/2006/relationships/notesMaster" Target="/ppt/notesMasters/notesMaster1.xml" Id="R584998ff632546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f4c0c6b5f24434" /><Relationship Type="http://schemas.openxmlformats.org/officeDocument/2006/relationships/notesMaster" Target="/ppt/notesMasters/notesMaster1.xml" Id="Rb158d08c44e848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27636846b4416a" /><Relationship Type="http://schemas.openxmlformats.org/officeDocument/2006/relationships/notesMaster" Target="/ppt/notesMasters/notesMaster1.xml" Id="R58e63fd7442342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[신규·미보고]</a:t>
            </a:r>
          </a:p>
          <a:p xmlns:a="http://schemas.openxmlformats.org/drawingml/2006/main">
            <a:r>
              <a:t>ClickOnDetroit, 2026-10-06: https://www.clickondetroit.com/news/local/2026/10/06/waymo-begins-fully-autonomous-driving-in-detroit-what-to-know/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[신규·미보고]</a:t>
            </a:r>
          </a:p>
          <a:p xmlns:a="http://schemas.openxmlformats.org/drawingml/2006/main">
            <a:r>
              <a:t>ClickOnDetroit, 2026-10-06: https://www.clickondetroit.com/news/local/2026/10/06/waymo-begins-fully-autonomous-driving-in-detroit-what-to-know/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Waymo, 2026-10-07: https://waymo.com/blog/2026/10/incident-management-exercises/</a:t>
            </a:r>
          </a:p>
          <a:p xmlns:a="http://schemas.openxmlformats.org/drawingml/2006/main">
            <a:r>
              <a:t>Paper: https://arxiv.org/abs/2609.04777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[신규·미보고]</a:t>
            </a:r>
          </a:p>
          <a:p xmlns:a="http://schemas.openxmlformats.org/drawingml/2006/main">
            <a:r>
              <a:t>CBS Minnesota: https://www.cbsnews.com/minnesota/news/minneapolis-mayor-jacob-frey-vetoes-driverless-rideshare-ordinance/</a:t>
            </a:r>
          </a:p>
          <a:p xmlns:a="http://schemas.openxmlformats.org/drawingml/2006/main">
            <a:r>
              <a:t>FOX 9: https://www.fox9.com/news/minneapolis-mayor-robotaxi-regulation-veto-doesnt-make-sense-oct-2-2026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Uber, Avride, Bolt, Mobileye, 카카오모빌리티, 쏘카: 신규 확인 사항 없음</a:t>
            </a:r>
          </a:p>
          <a:p xmlns:a="http://schemas.openxmlformats.org/drawingml/2006/main">
            <a:r>
              <a:t>Sources: https://www.uber.com/us/en/newsroom/autonomous/ | https://www.avride.ai/ | https://bolt.eu/en/blog/category/autonomous-solutions/ | https://www.mobileye.com/news/ | https://www.kakaomobility.com/newsroom | https://www.socarcorp.kr/blog/772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[중복] 이전 보고 2026-10-07</a:t>
            </a:r>
          </a:p>
          <a:p xmlns:a="http://schemas.openxmlformats.org/drawingml/2006/main">
            <a:r>
              <a:t>신규 확인 사항 없음</a:t>
            </a:r>
          </a:p>
          <a:p xmlns:a="http://schemas.openxmlformats.org/drawingml/2006/main">
            <a:r>
              <a:t>May Mobility: https://maymobility.com/posts/type/company-news/</a:t>
            </a:r>
          </a:p>
          <a:p xmlns:a="http://schemas.openxmlformats.org/drawingml/2006/main">
            <a:r>
              <a:t>SEC: https://www.sec.gov/Archives/edgar/data/2111542/000121390026100367/ea030470201ex99-1.htm</a:t>
            </a:r>
          </a:p>
          <a:p xmlns:a="http://schemas.openxmlformats.org/drawingml/2006/main">
            <a:r>
              <a:t>Lyft Atlanta: https://www.lyft.com/blog/posts/lyft-and-may-mobility-launch-autonomous-vehicles-in-atlanta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[중복] 이전 보고 2026-10-07</a:t>
            </a:r>
          </a:p>
          <a:p xmlns:a="http://schemas.openxmlformats.org/drawingml/2006/main">
            <a:r>
              <a:t>신규 확인 사항 없음</a:t>
            </a:r>
          </a:p>
          <a:p xmlns:a="http://schemas.openxmlformats.org/drawingml/2006/main">
            <a:r>
              <a:t>SEC: https://www.sec.gov/Archives/edgar/data/2111542/000121390026100367/ea030470201ex99-1.htm</a:t>
            </a:r>
          </a:p>
          <a:p xmlns:a="http://schemas.openxmlformats.org/drawingml/2006/main">
            <a:r>
              <a:t>Technology: https://maymobility.com/posts/may-mobility-launches-new-av-architecture/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31ff456e34b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4c24c6f8649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5e7363e4f743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53b175aac45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3cd7cc1d049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ed77153214b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36CB1C1-2A8E-4AB7-AF5E-F9796473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193A47-2B70-4986-B27D-40634FAC67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069F137-739B-4D2C-99E2-CACF62485A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187BCAC-5E2B-4CDA-A047-56D82D00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3575B0-CAA8-4C1B-9F6F-A0BFE4935D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9BDE689-2A25-497F-A0A3-9F6A48F6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8B255E-6AEB-48F7-92E3-D6E0B29DF8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AFC5AF5-7C50-44C9-9A23-9CDF582A8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8DF5320-8243-4C74-8570-65A654B8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DD389F8-D5BE-4B29-8F18-F352EA3044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E9FB6D-8E18-4901-9676-AE74CAC74D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EB75D6-8D60-4CD4-A588-88897BBE38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0CE9425-13DA-44CB-961E-289DCF56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1C76E8-CAFC-4792-BF49-AAE6E3533C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3D20B0-41F7-46E4-8897-55CF52C3F5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4535ee0c914fb8" /><Relationship Type="http://schemas.openxmlformats.org/officeDocument/2006/relationships/slideLayout" Target="/ppt/slideLayouts/slideLayout1.xml" Id="R79483ffcfd074049" /><Relationship Type="http://schemas.openxmlformats.org/officeDocument/2006/relationships/slideLayout" Target="/ppt/slideLayouts/slideLayout2.xml" Id="R29717d2e27e5475e" /><Relationship Type="http://schemas.openxmlformats.org/officeDocument/2006/relationships/slideLayout" Target="/ppt/slideLayouts/slideLayout3.xml" Id="R7f6d485d8752476c" /><Relationship Type="http://schemas.openxmlformats.org/officeDocument/2006/relationships/slideLayout" Target="/ppt/slideLayouts/slideLayout4.xml" Id="R9de27475e06146fd" /><Relationship Type="http://schemas.openxmlformats.org/officeDocument/2006/relationships/slideLayout" Target="/ppt/slideLayouts/slideLayout5.xml" Id="Rbae917250c3349e1" /><Relationship Type="http://schemas.openxmlformats.org/officeDocument/2006/relationships/slideLayout" Target="/ppt/slideLayouts/slideLayout6.xml" Id="R62ce3e02fe7145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483ffcfd074049"/>
    <p:sldLayoutId xmlns:r="http://schemas.openxmlformats.org/officeDocument/2006/relationships" id="2147483650" r:id="R29717d2e27e5475e"/>
    <p:sldLayoutId xmlns:r="http://schemas.openxmlformats.org/officeDocument/2006/relationships" id="2147483651" r:id="R7f6d485d8752476c"/>
    <p:sldLayoutId xmlns:r="http://schemas.openxmlformats.org/officeDocument/2006/relationships" id="2147483652" r:id="R9de27475e06146fd"/>
    <p:sldLayoutId xmlns:r="http://schemas.openxmlformats.org/officeDocument/2006/relationships" id="2147483653" r:id="Rbae917250c3349e1"/>
    <p:sldLayoutId xmlns:r="http://schemas.openxmlformats.org/officeDocument/2006/relationships" id="2147483654" r:id="R62ce3e02fe7145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ed3958459148ad" /><Relationship Type="http://schemas.openxmlformats.org/officeDocument/2006/relationships/notesSlide" Target="/ppt/notesSlides/notesSlide1.xml" Id="Re8d44261b9bf44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9932d870114304" /><Relationship Type="http://schemas.openxmlformats.org/officeDocument/2006/relationships/notesSlide" Target="/ppt/notesSlides/notesSlide2.xml" Id="Rda914be28e6b42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959e72a2be45f3" /><Relationship Type="http://schemas.openxmlformats.org/officeDocument/2006/relationships/notesSlide" Target="/ppt/notesSlides/notesSlide3.xml" Id="R46a3830166c940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d34e22c664620" /><Relationship Type="http://schemas.openxmlformats.org/officeDocument/2006/relationships/notesSlide" Target="/ppt/notesSlides/notesSlide4.xml" Id="Rdf9d200c82ab42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9698b2060645b7" /><Relationship Type="http://schemas.openxmlformats.org/officeDocument/2006/relationships/notesSlide" Target="/ppt/notesSlides/notesSlide5.xml" Id="R1a0ce506f89642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fa1d9562ab4840" /><Relationship Type="http://schemas.openxmlformats.org/officeDocument/2006/relationships/notesSlide" Target="/ppt/notesSlides/notesSlide6.xml" Id="R031e2aa0b51f46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a5cd783bd4f50" /><Relationship Type="http://schemas.openxmlformats.org/officeDocument/2006/relationships/notesSlide" Target="/ppt/notesSlides/notesSlide7.xml" Id="R1188a71fffbe42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65f49301143e4" /><Relationship Type="http://schemas.openxmlformats.org/officeDocument/2006/relationships/notesSlide" Target="/ppt/notesSlides/notesSlide8.xml" Id="R2c1dcadf4a634b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5c7cbc8bfe47cb" /><Relationship Type="http://schemas.openxmlformats.org/officeDocument/2006/relationships/notesSlide" Target="/ppt/notesSlides/notesSlide9.xml" Id="Re245ecf58cd940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2b4c7ba7274c82" /><Relationship Type="http://schemas.openxmlformats.org/officeDocument/2006/relationships/notesSlide" Target="/ppt/notesSlides/notesSlide10.xml" Id="Red90b8a9752e4d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a8d36c21b14c2c" /><Relationship Type="http://schemas.openxmlformats.org/officeDocument/2006/relationships/notesSlide" Target="/ppt/notesSlides/notesSlide11.xml" Id="Raef52b8c0e2643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3b7b8e95bf415d" /><Relationship Type="http://schemas.openxmlformats.org/officeDocument/2006/relationships/notesSlide" Target="/ppt/notesSlides/notesSlide12.xml" Id="R04132f3dfefb44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99381-25F5-4E72-8845-CA55B7C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41CA8-0697-4124-B5EE-EEE526A0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8FD5A-B690-432B-8BFF-507C434B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B8150-898E-41C7-B835-8CC6D739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Waymo moves Detroit testing to fully driverless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EAA74-EFD4-4D21-A207-981A6617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2026-10-08</a:t>
            </a:r>
          </a:p>
        </p:txBody>
      </p:sp>
    </p:spTree>
    <p:extLst>
      <p:ext uri="{BB962C8B-B14F-4D97-AF65-F5344CB8AC3E}">
        <p14:creationId xmlns:p14="http://schemas.microsoft.com/office/powerpoint/2010/main" val="37032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B1DC4-4600-454E-B581-15CFA0C3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FCBDF-D323-4DED-86B9-A72A353E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Waymo goes fully driverless in Detroit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ABFA4-8E53-4459-9419-DBEE04AF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12038-B217-4AA9-AF3E-34A59568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 / PREVIOUSLY UNREPORTED: RIDER-ONLY TESTING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7C689-D628-4C65-A772-62B5CBCF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 onboard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EE6CC-C22F-4B58-A849-F990076B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driver or safety operator; employees are the riders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32D58-2D59-45C9-82D2-50E67515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Driverless operations began October 6 in Detroit and nearby neighborhoods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Rides are limited to Waymo employees during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Public paid service has not started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Fleet size, public launch date and fare structure remain undisclosed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6A48B-9941-4DC5-B72E-6A5FE558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2026-10-08   DAILY REPORT   2</a:t>
            </a:r>
          </a:p>
        </p:txBody>
      </p:sp>
    </p:spTree>
    <p:extLst>
      <p:ext uri="{BB962C8B-B14F-4D97-AF65-F5344CB8AC3E}">
        <p14:creationId xmlns:p14="http://schemas.microsoft.com/office/powerpoint/2010/main" val="226722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13ECC-B2B9-4BE0-8E8A-1FEBD1CE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A7270-754D-412D-B210-A7D860D5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19A5B-2226-4F4D-8111-FE2C525D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Safety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39A46-8F76-4A3B-8259-29386C9B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From collision avoidance to multi-agency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1901609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98339-5914-44B4-A94C-FB6EAA1A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490B8-21CE-4174-8230-65173E10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AV incident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E40D4-3B22-4873-9572-51C32808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D0CD6-B0AE-47D2-BE68-3795A0F9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WAYMO PUBLISHES AN AV EXERCISE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1AA9C-EBFF-4851-AB00-F21F54B6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4 tiers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BCF8-0095-4036-BB61-E8B45AD5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formative, educational, summative and confirmatory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CB04D-282D-42F6-ABDA-020375EE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framework adapts FEMA HSEEP practices to autonomous fleets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It covers planning, activation, response and structured 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Exercises involve AV developers, operators, first responders and agencies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It is guidance, not a new permit, ODD expansion or crash-rate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C9671-D187-4134-B461-DBC7A84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2026-10-08   DAILY REPORT   4</a:t>
            </a:r>
          </a:p>
        </p:txBody>
      </p:sp>
    </p:spTree>
    <p:extLst>
      <p:ext uri="{BB962C8B-B14F-4D97-AF65-F5344CB8AC3E}">
        <p14:creationId xmlns:p14="http://schemas.microsoft.com/office/powerpoint/2010/main" val="16191094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68D9F-3EE4-45B3-BD08-50393E55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95091-8C53-4350-868A-3A490D08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534F0-34EF-4CFA-81B7-FA111CBC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Local regulation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26870-36FE-4578-97BD-85EF7F75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Human-monitor mandates remain politically contested</a:t>
            </a:r>
          </a:p>
        </p:txBody>
      </p:sp>
    </p:spTree>
    <p:extLst>
      <p:ext uri="{BB962C8B-B14F-4D97-AF65-F5344CB8AC3E}">
        <p14:creationId xmlns:p14="http://schemas.microsoft.com/office/powerpoint/2010/main" val="2016615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57840-1CB1-47BB-ABEE-3A40E58B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DC6C0-C497-43EC-9A02-F42AF304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Minneapolis mayor vetoes human-monitor mandate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6AC68-7701-4899-8E97-1A6F5C30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DC891-72ED-4B74-8241-A13D1E2F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 / PREVIOUSLY UNREPORTED: POLICY STATUS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CB5FA-D010-4F95-BB92-B064B1AD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rPr>
              <a:t>7–6 vote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7FA9D-EA1E-473C-9323-D03A8CB6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falls short of the nine votes needed to override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5D4F7-C3EF-4CD6-A5EB-02789896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council passed a driver-seat human-monitor mandate on October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Mayor Jacob Frey vetoed the ordinance on October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proposed October 2027 requirement is not in force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mayor favors rules on emergency response, privacy and liability instead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DD23B-E94F-46A5-8BED-93F90A3E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2026-10-08   DAILY REPORT   6</a:t>
            </a:r>
          </a:p>
        </p:txBody>
      </p:sp>
    </p:spTree>
    <p:extLst>
      <p:ext uri="{BB962C8B-B14F-4D97-AF65-F5344CB8AC3E}">
        <p14:creationId xmlns:p14="http://schemas.microsoft.com/office/powerpoint/2010/main" val="10130281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F8751-6076-4693-A44A-B33BEC3E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2E232-40F8-4A31-9F56-53C2B8B7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9680A-BC9F-44D7-BB5F-1C31DFB6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L4 watchlist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434FE-A3B0-49E9-B82B-F4C099F6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Only confirmed operating, permit and deployment changes</a:t>
            </a:r>
          </a:p>
        </p:txBody>
      </p:sp>
    </p:spTree>
    <p:extLst>
      <p:ext uri="{BB962C8B-B14F-4D97-AF65-F5344CB8AC3E}">
        <p14:creationId xmlns:p14="http://schemas.microsoft.com/office/powerpoint/2010/main" val="1250517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AB994-1909-4BDE-A0C4-C9C58A07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6B68E-1309-4916-9615-3F8C09B0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Six-company L4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85A41-8136-4D21-AC24-D354B3AD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FA8E2-6720-4CE2-8D87-9FD366B3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ONLY NEW CONFIRMED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3810F-A1BB-4BCF-ACB0-5C8FA586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FD0B4-15F5-46D2-9350-A661744E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companies with a new operating or permit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08D53-6D40-4544-AD7D-FFD033FE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Uber and Avride: no new driver-out, permit, geofence or fleet update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Bolt and Mobileye: no new test launch or commercial execution change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Kakao Mobility: no new safety-operator removal or service expansion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Socar: no new L4 permit, service or vehicle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DE671-9D45-445C-8737-3D8383D1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2026-10-08   DAILY REPORT   8</a:t>
            </a:r>
          </a:p>
        </p:txBody>
      </p:sp>
    </p:spTree>
    <p:extLst>
      <p:ext uri="{BB962C8B-B14F-4D97-AF65-F5344CB8AC3E}">
        <p14:creationId xmlns:p14="http://schemas.microsoft.com/office/powerpoint/2010/main" val="921126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451C2-7C4F-4238-934E-4B9614EF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E19C6-1C16-4AE2-B2D9-B9EC80AB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6BCB4-4273-4784-8368-B240E6F5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May Mobility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AEDE7-1CEC-4FB4-818D-2ED728CE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Duplicate baseline retained; new confirmation checked daily</a:t>
            </a:r>
          </a:p>
        </p:txBody>
      </p:sp>
    </p:spTree>
    <p:extLst>
      <p:ext uri="{BB962C8B-B14F-4D97-AF65-F5344CB8AC3E}">
        <p14:creationId xmlns:p14="http://schemas.microsoft.com/office/powerpoint/2010/main" val="7676228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00F59-2D1D-4A4B-B1D0-B7547912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F167A-A797-4C28-82EC-10617E8C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operating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D805F-2E35-464E-A650-1E0C9168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F00AC-5F2F-4D31-885D-C9BE2A54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DUPLICATE: NO NEW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1EBE8-FA7B-44E5-87E1-7B684BC2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550K+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CEC00-EFC2-4A71-867E-69679BCC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commercial rides claimed cumulatively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E31FA-E5A7-4BFD-A24D-5C703056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U.S. commercial locations remain Atlanta, Grand Rapids and Eden Prairie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Atlanta launched with an onboard safety operator; no removal update was found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Arlington with Uber remains a target, not a confirmed launch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No new driver-out transition, fleet expansion or site opening was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37746-E8BC-42FD-8799-8CF3553B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2026-10-08   DAILY REPORT   10</a:t>
            </a:r>
          </a:p>
        </p:txBody>
      </p:sp>
    </p:spTree>
    <p:extLst>
      <p:ext uri="{BB962C8B-B14F-4D97-AF65-F5344CB8AC3E}">
        <p14:creationId xmlns:p14="http://schemas.microsoft.com/office/powerpoint/2010/main" val="1785308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15B62-FCD5-410C-BF71-74D62A20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1E3DF-9B1C-4523-A2CF-B4D433D8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85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C58FA-9A2A-4C2D-B8AB-4A6D32E5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Transaction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1F8FF-0768-44FC-964F-ACA59ACD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Proposed terms remain unclosed and unchanged</a:t>
            </a:r>
          </a:p>
        </p:txBody>
      </p:sp>
    </p:spTree>
    <p:extLst>
      <p:ext uri="{BB962C8B-B14F-4D97-AF65-F5344CB8AC3E}">
        <p14:creationId xmlns:p14="http://schemas.microsoft.com/office/powerpoint/2010/main" val="10951940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BEDBC-146C-473F-A5F8-CF241D94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AED02-EB50-4788-94FC-C2B4088E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transaction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4AC5C-A462-4DDD-BB9C-8FF35473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DD885-4AFC-4D2D-886D-026CC474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DUPLICATE: NO NEW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90EDD-630A-46D8-B682-E66188F2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$1.4B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E25A8-74D6-4281-89E1-01E122B5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proposed enterprise value; deal not closed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4ECBD-6400-4742-8A17-60678719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stack uses lidar, radar and cameras with a world model and policy reasoning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The proposed deal includes up to $337M gross proceeds and a $120M PIPE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No new SPAC closing, Nasdaq listing or Arlington launch was confirmed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• No direct Hyundai investment, vehicle supply or commercial tie was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40F89-D5EF-40CB-9522-DCB75699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2026-10-08   DAILY REPORT   12</a:t>
            </a:r>
          </a:p>
        </p:txBody>
      </p:sp>
    </p:spTree>
    <p:extLst>
      <p:ext uri="{BB962C8B-B14F-4D97-AF65-F5344CB8AC3E}">
        <p14:creationId xmlns:p14="http://schemas.microsoft.com/office/powerpoint/2010/main" val="1979481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2026-10-07T22:39:47.5730000Z</dcterms:created>
  <dcterms:modified xsi:type="dcterms:W3CDTF">2026-10-07T22:39:47.5730000Z</dcterms:modified>
</coreProperties>
</file>