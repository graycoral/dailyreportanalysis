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2c17ffef7d4852" /><Relationship Type="http://schemas.openxmlformats.org/officeDocument/2006/relationships/extended-properties" Target="/docProps/app.xml" Id="R05c40a107120451d" /><Relationship Type="http://schemas.openxmlformats.org/officeDocument/2006/relationships/officeDocument" Target="/ppt/presentation.xml" Id="Rf43b9ea45488465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a48715a2684fe7"/>
  </p:sldMasterIdLst>
  <p:notesMasterIdLst>
    <p:notesMasterId xmlns:r="http://schemas.openxmlformats.org/officeDocument/2006/relationships" r:id="R168e084c47464847"/>
  </p:notesMasterIdLst>
  <p:sldIdLst>
    <p:sldId xmlns:r="http://schemas.openxmlformats.org/officeDocument/2006/relationships" id="256" r:id="R9f89d56e53ae43ce"/>
    <p:sldId xmlns:r="http://schemas.openxmlformats.org/officeDocument/2006/relationships" id="257" r:id="Rbaf57a88ea484a43"/>
    <p:sldId xmlns:r="http://schemas.openxmlformats.org/officeDocument/2006/relationships" id="258" r:id="Rdc79429a8c6e42d2"/>
    <p:sldId xmlns:r="http://schemas.openxmlformats.org/officeDocument/2006/relationships" id="259" r:id="Rbbebb628b4f546e2"/>
    <p:sldId xmlns:r="http://schemas.openxmlformats.org/officeDocument/2006/relationships" id="260" r:id="R865a3575e8634fc9"/>
    <p:sldId xmlns:r="http://schemas.openxmlformats.org/officeDocument/2006/relationships" id="261" r:id="Rdfb0973f0be54377"/>
    <p:sldId xmlns:r="http://schemas.openxmlformats.org/officeDocument/2006/relationships" id="262" r:id="R5418186cd2f040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f716bdaf6405c" /><Relationship Type="http://schemas.openxmlformats.org/officeDocument/2006/relationships/slideMaster" Target="/ppt/slideMasters/slideMaster1.xml" Id="Refa48715a2684fe7" /><Relationship Type="http://schemas.openxmlformats.org/officeDocument/2006/relationships/notesMaster" Target="/ppt/notesMasters/notesMaster1.xml" Id="R168e084c47464847" /><Relationship Type="http://schemas.openxmlformats.org/officeDocument/2006/relationships/presProps" Target="/ppt/presProps.xml" Id="R6b98817e138946ed" /><Relationship Type="http://schemas.openxmlformats.org/officeDocument/2006/relationships/tableStyles" Target="/ppt/tableStyles.xml" Id="R8142a2d24d2e4291" /><Relationship Type="http://schemas.openxmlformats.org/officeDocument/2006/relationships/slide" Target="/ppt/slides/slide1.xml" Id="R9f89d56e53ae43ce" /><Relationship Type="http://schemas.openxmlformats.org/officeDocument/2006/relationships/slide" Target="/ppt/slides/slide2.xml" Id="Rbaf57a88ea484a43" /><Relationship Type="http://schemas.openxmlformats.org/officeDocument/2006/relationships/slide" Target="/ppt/slides/slide3.xml" Id="Rdc79429a8c6e42d2" /><Relationship Type="http://schemas.openxmlformats.org/officeDocument/2006/relationships/slide" Target="/ppt/slides/slide4.xml" Id="Rbbebb628b4f546e2" /><Relationship Type="http://schemas.openxmlformats.org/officeDocument/2006/relationships/slide" Target="/ppt/slides/slide5.xml" Id="R865a3575e8634fc9" /><Relationship Type="http://schemas.openxmlformats.org/officeDocument/2006/relationships/slide" Target="/ppt/slides/slide6.xml" Id="Rdfb0973f0be54377" /><Relationship Type="http://schemas.openxmlformats.org/officeDocument/2006/relationships/slide" Target="/ppt/slides/slide7.xml" Id="R5418186cd2f040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03cb6c43c904d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269e31b2764153" /><Relationship Type="http://schemas.openxmlformats.org/officeDocument/2006/relationships/notesMaster" Target="/ppt/notesMasters/notesMaster1.xml" Id="Rf02a3e4b5351477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869d44d26e427f" /><Relationship Type="http://schemas.openxmlformats.org/officeDocument/2006/relationships/notesMaster" Target="/ppt/notesMasters/notesMaster1.xml" Id="R6c3bb6c9dc4e4f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48e92fbf524640" /><Relationship Type="http://schemas.openxmlformats.org/officeDocument/2006/relationships/notesMaster" Target="/ppt/notesMasters/notesMaster1.xml" Id="R8e4fc362b7f94c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247bafb53f4da3" /><Relationship Type="http://schemas.openxmlformats.org/officeDocument/2006/relationships/notesMaster" Target="/ppt/notesMasters/notesMaster1.xml" Id="R75a1e8f3f30a44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1bca237aa475a" /><Relationship Type="http://schemas.openxmlformats.org/officeDocument/2006/relationships/notesMaster" Target="/ppt/notesMasters/notesMaster1.xml" Id="Rd2d045ad86c64c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464ab90a5d4f6b" /><Relationship Type="http://schemas.openxmlformats.org/officeDocument/2006/relationships/notesMaster" Target="/ppt/notesMasters/notesMaster1.xml" Id="R9928bcfa394d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ed76c02c0249f1" /><Relationship Type="http://schemas.openxmlformats.org/officeDocument/2006/relationships/notesMaster" Target="/ppt/notesMasters/notesMaster1.xml" Id="R827ca873ca9f4a6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sources: Faraday Future announcement republished by Yahoo Finance on 2026-09-28 and AIxC official release on 2026-09-28.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Faraday Future announcement: https://uk.finance.yahoo.com/news/faraday-future-announces-strategic-upgrade-210000167.html</a:t>
            </a:r>
          </a:p>
          <a:p xmlns:a="http://schemas.openxmlformats.org/drawingml/2006/main">
            <a:r>
              <a:t>AIxC official release: https://investors.ff.com/news-releases/news-release-details/aixcrypto-holdings-signs-term-sheet-faraday-future-acquire-its-robotics-business/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AIxC official release: https://investors.ff.com/news-releases/news-release-details/aixcrypto-holdings-signs-term-sheet-faraday-future-acquire-its-robotics-business/</a:t>
            </a:r>
          </a:p>
          <a:p xmlns:a="http://schemas.openxmlformats.org/drawingml/2006/main">
            <a:r>
              <a:t>FFAI Form 10-Q: https://www.sec.gov/Archives/edgar/data/1805521/000162828026056740/ffie-20260630.htm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Aurora official release: https://www.businesswire.com/news/home/20260923278327/en/Aurora-Outlines-2030-Vision-to-Scale-to-30000-Driverless-Trucks-at-Analyst-and-Investor-Day</a:t>
            </a:r>
          </a:p>
          <a:p xmlns:a="http://schemas.openxmlformats.org/drawingml/2006/main">
            <a:r>
              <a:t>FreightWaves: https://www.freightwaves.com/news/aurora-30000-driverless-trucks-2030-plan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Dubai Government Media Office and RTA: https://www.mediaoffice.ae/en/news/2026/september/27-09/rta-unveils-region-smartest-autonomous-mobility-testing-ground-at-dubai-silicon-oasis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Prior reports: 2026-09-21, 09-23, 09-24, 09-25 and 09-28.</a:t>
            </a:r>
          </a:p>
          <a:p xmlns:a="http://schemas.openxmlformats.org/drawingml/2006/main">
            <a:r>
              <a:t>May Mobility news: https://maymobility.com/posts/type/company-news/</a:t>
            </a:r>
          </a:p>
          <a:p xmlns:a="http://schemas.openxmlformats.org/drawingml/2006/main">
            <a:r>
              <a:t>ACP Holdings 8-K: https://www.sec.gov/Archives/edgar/data/2111542/000121390026100367/ea0304702-8k425_acpholdings.htm</a:t>
            </a:r>
          </a:p>
          <a:p xmlns:a="http://schemas.openxmlformats.org/drawingml/2006/main">
            <a:r>
              <a:t>May Mobility technology: https://maymobility.com/technology/</a:t>
            </a:r>
          </a:p>
          <a:p xmlns:a="http://schemas.openxmlformats.org/drawingml/2006/main">
            <a:r>
              <a:t>May Mobility locations: https://maymobility.com/locations/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Faraday Future: https://uk.finance.yahoo.com/news/faraday-future-announces-strategic-upgrade-210000167.html</a:t>
            </a:r>
          </a:p>
          <a:p xmlns:a="http://schemas.openxmlformats.org/drawingml/2006/main">
            <a:r>
              <a:t>AIxC: https://investors.ff.com/news-releases/news-release-details/aixcrypto-holdings-signs-term-sheet-faraday-future-acquire-its-robotics-business/</a:t>
            </a:r>
          </a:p>
          <a:p xmlns:a="http://schemas.openxmlformats.org/drawingml/2006/main">
            <a:r>
              <a:t>FFAI 10-Q: https://www.sec.gov/Archives/edgar/data/1805521/000162828026056740/ffie-20260630.htm</a:t>
            </a:r>
          </a:p>
          <a:p xmlns:a="http://schemas.openxmlformats.org/drawingml/2006/main">
            <a:r>
              <a:t>Aurora: https://www.businesswire.com/news/home/20260923278327/en/Aurora-Outlines-2030-Vision-to-Scale-to-30000-Driverless-Trucks-at-Analyst-and-Investor-Day</a:t>
            </a:r>
          </a:p>
          <a:p xmlns:a="http://schemas.openxmlformats.org/drawingml/2006/main">
            <a:r>
              <a:t>FreightWaves: https://www.freightwaves.com/news/aurora-30000-driverless-trucks-2030-plan</a:t>
            </a:r>
          </a:p>
          <a:p xmlns:a="http://schemas.openxmlformats.org/drawingml/2006/main">
            <a:r>
              <a:t>Dubai RTA: https://www.mediaoffice.ae/en/news/2026/september/27-09/rta-unveils-region-smartest-autonomous-mobility-testing-ground-at-dubai-silicon-oasis</a:t>
            </a:r>
          </a:p>
          <a:p xmlns:a="http://schemas.openxmlformats.org/drawingml/2006/main">
            <a:r>
              <a:t>May Mobility: https://maymobility.com/posts/type/company-news/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5cc85644a41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d14f3334b1e44b8" /><Relationship Type="http://schemas.openxmlformats.org/officeDocument/2006/relationships/slideLayout" Target="/ppt/slideLayouts/slideLayout1.xml" Id="Rcd702b1877ca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702b1877ca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d3e0afc4c4f6d" /><Relationship Type="http://schemas.openxmlformats.org/officeDocument/2006/relationships/notesSlide" Target="/ppt/notesSlides/notesSlide1.xml" Id="R051d870933754f6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ead22ecc44493b" /><Relationship Type="http://schemas.openxmlformats.org/officeDocument/2006/relationships/notesSlide" Target="/ppt/notesSlides/notesSlide2.xml" Id="Rf31dc8cf51f04a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3791bb7a0430d" /><Relationship Type="http://schemas.openxmlformats.org/officeDocument/2006/relationships/notesSlide" Target="/ppt/notesSlides/notesSlide3.xml" Id="Re7b05dbe29cc42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f46bf334641c0" /><Relationship Type="http://schemas.openxmlformats.org/officeDocument/2006/relationships/notesSlide" Target="/ppt/notesSlides/notesSlide4.xml" Id="R93c1e13398fe49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beb1ffd2d47c2" /><Relationship Type="http://schemas.openxmlformats.org/officeDocument/2006/relationships/notesSlide" Target="/ppt/notesSlides/notesSlide5.xml" Id="R20e472b6ae02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cdde874bc4cbe" /><Relationship Type="http://schemas.openxmlformats.org/officeDocument/2006/relationships/notesSlide" Target="/ppt/notesSlides/notesSlide6.xml" Id="R2df2e8e5c0fe42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08d34d036452f" /><Relationship Type="http://schemas.openxmlformats.org/officeDocument/2006/relationships/notesSlide" Target="/ppt/notesSlides/notesSlide7.xml" Id="R76126ebdc2004ee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F4713F-41D7-4450-8E91-4D0D325A9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E0E086-98BE-49E7-806B-555C8304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50E19-279D-4AD1-AA1D-43A7A8E1B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6317D4-C6D7-48D2-8542-751E6EA4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Faraday Future declares robotaxi strategy shift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A976E-7E4A-489F-B613-5940AE49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2026-09-29</a:t>
            </a:r>
          </a:p>
        </p:txBody>
      </p:sp>
    </p:spTree>
    <p:extLst>
      <p:ext uri="{BB962C8B-B14F-4D97-AF65-F5344CB8AC3E}">
        <p14:creationId xmlns:p14="http://schemas.microsoft.com/office/powerpoint/2010/main" val="1371246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F7E32F-B743-461C-AC7C-D6E45ACC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19DC9-7F0F-4873-907E-A01D16A56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Faraday Future declares robotaxi strategy shift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A25573-6E3D-4D18-9F3F-2CB7D80B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7D6338-280F-4FF2-97FC-A1A51067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 STRATEGY ANNOUNCEMENT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EC34F3-F1CF-49AE-A8F1-6C180406F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68F027-582A-4792-85E5-337112FAB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Robotaxi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0DCB7-3C93-416B-9D47-D7AF545B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and EAI cabin operator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EEE0B2-4D1C-4427-91DC-05CDAD2AA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No launch details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5CC7D6-2298-4268-A3BD-F7B340CE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FFAI announced a strategic shift toward robotaxi and EAI cabin technology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service area, vehicle, ODD, safety-operator policy or launch date was disclosed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regulatory approval or commercial driverless operation was identified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announcement marks a strategy change, not a service 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3DAE4-85D9-4D5A-8B77-057667EE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2026-09-29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2020582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CB62D1-7DBD-4A75-B014-DB581513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56F59-DBB3-41D9-8545-21DEED2B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FF robotics carve-out remains non-binding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8437F-990C-4FBA-A0A1-993DB4DD4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532FA-329E-49DB-A89D-3A79DC91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 RELATED-PARTY TRANSACTION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B3D52-E769-4B7D-BFF7-5B29032F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BD9F2-A445-4B20-AD5D-EE172F06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$200M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528A5E-0684-4604-BC94-1D58934F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all-stock reference value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0FD144-BB56-42A4-9CAA-C2515F08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552 units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91EA0-5F43-4AD1-8798-A18C67A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robot sales and shipments through August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D61B99-AF89-4585-B506-526D6520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AIxC signed a non-binding term sheet to acquire FFAI's robotics business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deal still needs diligence, definitive agreements and approvals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Q2 robotics revenue was about $1.52M with 30.9% gross margin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Those metrics belong to EAI robotics, not robotaxi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AIxC plans the FFR name and ticker change on September 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66817-19BE-44E2-9A5C-A34C5550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2026-09-29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7459312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911FE-9E3B-483C-A70E-EAE52D37C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D22606-A6BB-41AD-9A76-237DBF19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Aurora separates current scale from 2030 targets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0FF7B-3A9F-433F-A330-C4814255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585FF8-5B1F-4C7C-9362-10B60061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REPORT  DRIVERLESS TRUCKING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2F7B9-9505-4FCC-93E0-F7582C409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 보고]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0AF1B-C0B4-45DD-A34D-E644622DE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500K+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056E3D-FAC3-44AA-8F36-BFF9FB4DF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driverless miles since 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960F7-953A-4CFB-8F10-1F19BFF0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216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30,000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5A8CF-F045-49D9-9664-8563D8FB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trucks targeted for 2030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9DE7DE-4FA1-43DB-B0AA-4C651F74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Aurora targets 200 driverless trucks by year-end 2026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Customer trucks average an annualized 225,000+ miles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Roush targets 20 hardware-kit upfits per week in October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FreightWaves reports gross-margin breakeven shifted to H1 2027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2030 fleet count remains a company vision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86522-8974-4593-9CE4-47179C76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2026-09-29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7333322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12863-360B-419C-93D6-9581BC5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24361-3845-4F76-8BCA-D8CB99D62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Dubai opens integrated autonomous mobility test lab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2788E8-7650-4DCB-9A53-DEDDF9BC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6F575-9B0E-41EE-B3C5-A017ABE6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 REPORT  TEST AND CERTIFICATION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6298C0-B390-4FC3-8532-95A3D0EB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 보고]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5655DE-C4B1-4201-B74B-9889040D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619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927"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248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3CD64-FC17-4FAA-BE73-BBCCD357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test scenarios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2DCC0-6F71-4B58-AFEE-5F059CFB5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792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4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3 years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EDBC0D-83A2-4644-B5D9-CA652A89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DEKRA operating term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03B0B-50B5-45CB-9D69-B5CA189D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Controlled tracks connect to public roads toward Al Qudra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The multi-purpose area supports 195 test scenarios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WeRide, Pony.ai and Tesla technologies have been tested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Three 60 kW EV chargers support operations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 test facility does not equal commercial-service approval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7ADEB-04A2-474E-A66D-251295451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2026-09-29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822619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4FA64B-BB66-45CD-AF5E-2A73718A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6ACC0-AE57-434D-A93D-1AA1B0B3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2A12C-F94B-498F-AB0A-0B509203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DE07B-D81E-4A3C-91AE-5F8D4FEF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 NO NEW CONFIRMATION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64989-CD39-418D-8B05-A142D46A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85925"/>
            <a:ext cx="4933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3934D-1078-4320-BCBC-0ECEDB8A3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8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No new facts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B4884-8B8C-4375-8424-1A6B6BCA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337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as of September 29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7FB919-813F-4176-B620-1E01DEBC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E09A3E"/>
                </a:solidFill>
                <a:latin typeface="Bitstream Charter"/>
                <a:ea typeface="Bitstream Charter"/>
                <a:cs typeface="Bitstream Charter"/>
              </a:rPr>
              <a:t>May 26, 2027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16A9EC-C257-4167-BDE5-A71DDF628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contractual Outside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30302-9037-4AC5-BA1D-5F0F8F250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33600"/>
            <a:ext cx="6572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Latest official company news remains the September 16 SPAC announcement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new service, fleet, driver-out or transaction-closing update found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US commercial markets remain Atlanta, Grand Rapids and Eden Prairie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Published regional fleet counts and current safety-operator status remain incomplete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No direct Hyundai partnership or investment was identified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BA92D4-94DD-472A-BA1E-CFC5676A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2026-09-29   DAILY REPORT   6</a:t>
            </a:r>
          </a:p>
        </p:txBody>
      </p:sp>
    </p:spTree>
    <p:extLst>
      <p:ext uri="{BB962C8B-B14F-4D97-AF65-F5344CB8AC3E}">
        <p14:creationId xmlns:p14="http://schemas.microsoft.com/office/powerpoint/2010/main" val="12077262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2967A0-3B39-405E-93DA-E585B435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5323B5-60B3-4E20-A5DA-F5F89E0F2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D36AE-C4D5-4D7A-8279-552E168B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01  Faraday Future and AIxC  Strategy and term sheet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F17043-4282-475A-8991-5C3DCCA9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02  SEC  FFAI Form 10-Q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557F62-BF48-4AA3-9757-A91C3297A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03  Aurora  Analyst and Investor Day release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7E4351-1BDF-4CB7-8F5A-91644CB6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04  FreightWaves  Aurora fleet economics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B65F4F-937E-41B4-8573-2FD73DD8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05  Dubai RTA  Mobility Labs opening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2AF6A-B22F-4A83-8E29-4FBB01BC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006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06  May Mobility and SEC  News and SPAC filings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05609-420E-467A-AB18-B8575F88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appear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10084176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2026-09-28T22:35:08.4580000Z</dcterms:created>
  <dcterms:modified xsi:type="dcterms:W3CDTF">2026-09-28T22:35:08.4580000Z</dcterms:modified>
</coreProperties>
</file>