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7dd0b1386485c" /><Relationship Type="http://schemas.openxmlformats.org/officeDocument/2006/relationships/extended-properties" Target="/docProps/app.xml" Id="Rc1015bb3a57a4379" /><Relationship Type="http://schemas.openxmlformats.org/officeDocument/2006/relationships/officeDocument" Target="/ppt/presentation.xml" Id="R42e76ff99bda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b56a6ffe9487b"/>
  </p:sldMasterIdLst>
  <p:notesMasterIdLst>
    <p:notesMasterId xmlns:r="http://schemas.openxmlformats.org/officeDocument/2006/relationships" r:id="R47ea14d072d6437d"/>
  </p:notesMasterIdLst>
  <p:sldIdLst>
    <p:sldId xmlns:r="http://schemas.openxmlformats.org/officeDocument/2006/relationships" id="256" r:id="Rc71b2e2722df47af"/>
    <p:sldId xmlns:r="http://schemas.openxmlformats.org/officeDocument/2006/relationships" id="257" r:id="R41bc24ae8b334729"/>
    <p:sldId xmlns:r="http://schemas.openxmlformats.org/officeDocument/2006/relationships" id="258" r:id="Rc214a1b574ee4029"/>
    <p:sldId xmlns:r="http://schemas.openxmlformats.org/officeDocument/2006/relationships" id="259" r:id="R090598be07f74530"/>
    <p:sldId xmlns:r="http://schemas.openxmlformats.org/officeDocument/2006/relationships" id="260" r:id="R387d242f7d534c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ccee7523b4e34" /><Relationship Type="http://schemas.openxmlformats.org/officeDocument/2006/relationships/slideMaster" Target="/ppt/slideMasters/slideMaster1.xml" Id="R34eb56a6ffe9487b" /><Relationship Type="http://schemas.openxmlformats.org/officeDocument/2006/relationships/notesMaster" Target="/ppt/notesMasters/notesMaster1.xml" Id="R47ea14d072d6437d" /><Relationship Type="http://schemas.openxmlformats.org/officeDocument/2006/relationships/presProps" Target="/ppt/presProps.xml" Id="R2b4f98e2c038457f" /><Relationship Type="http://schemas.openxmlformats.org/officeDocument/2006/relationships/tableStyles" Target="/ppt/tableStyles.xml" Id="Rd13e4f7800c948df" /><Relationship Type="http://schemas.openxmlformats.org/officeDocument/2006/relationships/slide" Target="/ppt/slides/slide1.xml" Id="Rc71b2e2722df47af" /><Relationship Type="http://schemas.openxmlformats.org/officeDocument/2006/relationships/slide" Target="/ppt/slides/slide2.xml" Id="R41bc24ae8b334729" /><Relationship Type="http://schemas.openxmlformats.org/officeDocument/2006/relationships/slide" Target="/ppt/slides/slide3.xml" Id="Rc214a1b574ee4029" /><Relationship Type="http://schemas.openxmlformats.org/officeDocument/2006/relationships/slide" Target="/ppt/slides/slide4.xml" Id="R090598be07f74530" /><Relationship Type="http://schemas.openxmlformats.org/officeDocument/2006/relationships/slide" Target="/ppt/slides/slide5.xml" Id="R387d242f7d534c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9b91c08fd4e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f404689fc44d6" /><Relationship Type="http://schemas.openxmlformats.org/officeDocument/2006/relationships/notesMaster" Target="/ppt/notesMasters/notesMaster1.xml" Id="R49f708a5d85e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bae59425c4b0a" /><Relationship Type="http://schemas.openxmlformats.org/officeDocument/2006/relationships/notesMaster" Target="/ppt/notesMasters/notesMaster1.xml" Id="R4f46a563801841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4b248db9b4576" /><Relationship Type="http://schemas.openxmlformats.org/officeDocument/2006/relationships/notesMaster" Target="/ppt/notesMasters/notesMaster1.xml" Id="Rf082107956c84b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1bcf723b5c47e9" /><Relationship Type="http://schemas.openxmlformats.org/officeDocument/2006/relationships/notesMaster" Target="/ppt/notesMasters/notesMaster1.xml" Id="R5ec314e706ec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a1d50bd1b5489c" /><Relationship Type="http://schemas.openxmlformats.org/officeDocument/2006/relationships/notesMaster" Target="/ppt/notesMasters/notesMaster1.xml" Id="R68de39aa62b441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Reuters and The Wall Street Journal, 2026-09-21.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https://www.reuters.com/business/czech-republic-approves-teslas-fsd-after-earlier-safety-concerns-2026-09-21/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WSJ: https://www.wsj.com/business/autos/nvidia-to-support-scale-up-of-autonomous-trucks-at-swedens-einride-db33d419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boundaries reflect the cited reporting; no unsupported forecast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https://www.reuters.com/business/czech-republic-approves-teslas-fsd-after-earlier-safety-concerns-2026-09-21/</a:t>
            </a:r>
          </a:p>
          <a:p xmlns:a="http://schemas.openxmlformats.org/drawingml/2006/main">
            <a:r>
              <a:t>WSJ: https://www.wsj.com/business/autos/nvidia-to-support-scale-up-of-autonomous-trucks-at-swedens-einride-db33d419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95d74eacc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f4873c2baa424f" /><Relationship Type="http://schemas.openxmlformats.org/officeDocument/2006/relationships/slideLayout" Target="/ppt/slideLayouts/slideLayout1.xml" Id="R5987b62ce4e346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7b62ce4e346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b52aae1134ca1" /><Relationship Type="http://schemas.openxmlformats.org/officeDocument/2006/relationships/notesSlide" Target="/ppt/notesSlides/notesSlide1.xml" Id="R7930d2faa0b8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bfc2744e4f53" /><Relationship Type="http://schemas.openxmlformats.org/officeDocument/2006/relationships/notesSlide" Target="/ppt/notesSlides/notesSlide2.xml" Id="R61d18cee66dd44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63beb8fec4b57" /><Relationship Type="http://schemas.openxmlformats.org/officeDocument/2006/relationships/notesSlide" Target="/ppt/notesSlides/notesSlide3.xml" Id="Rad86ab5e2ea6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f68890a94783" /><Relationship Type="http://schemas.openxmlformats.org/officeDocument/2006/relationships/notesSlide" Target="/ppt/notesSlides/notesSlide4.xml" Id="Rbde1e9051167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25d747634d99" /><Relationship Type="http://schemas.openxmlformats.org/officeDocument/2006/relationships/notesSlide" Target="/ppt/notesSlides/notesSlide5.xml" Id="R9e38a70e2db644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57607-686F-4AE3-9130-86D13505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F0FED-7098-4903-BF5A-07E4A9B9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88DB8-4FEC-4C2B-B887-945BAD1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B360-5DE3-4F62-8EEC-5C774E7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rPr>
              <a:t>Czech FSD approval · NVIDIA–Einride scale-up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BE4BE-836E-4388-9855-FD20EF7D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2026-09-22</a:t>
            </a:r>
          </a:p>
        </p:txBody>
      </p:sp>
    </p:spTree>
    <p:extLst>
      <p:ext uri="{BB962C8B-B14F-4D97-AF65-F5344CB8AC3E}">
        <p14:creationId xmlns:p14="http://schemas.microsoft.com/office/powerpoint/2010/main" val="625713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84000-05A9-480A-A250-014A338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08905-F311-44D5-A8BB-4A90BF3E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Czechia provisionally approves FSD Supervised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F12D7-432F-46CA-B1A1-C055BECC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9607A-86F3-4BCD-894D-F34329A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solidFill>
              <a:srgbClr val="0B19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78FA1-8376-4350-AB44-B511ECD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SUPERVISED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5F787-7DBB-4795-9D70-06B82C8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Driver assistance,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not driverless autonomy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7D9D9-81E9-462A-A95D-295DB62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Provisional national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3BC65-7D53-4D5F-8E93-7CD7301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Approval announced September 21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Driver must continuously supervise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Driver retains responsibility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Separate from an EU-wide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CAEC2-366E-44F9-8042-4E101A50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2026-09-22  |  DAILY REPORT  |  2</a:t>
            </a:r>
          </a:p>
        </p:txBody>
      </p:sp>
    </p:spTree>
    <p:extLst>
      <p:ext uri="{BB962C8B-B14F-4D97-AF65-F5344CB8AC3E}">
        <p14:creationId xmlns:p14="http://schemas.microsoft.com/office/powerpoint/2010/main" val="1029920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4D26C-5616-445C-A954-76CED37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19D4D-2DB9-4BFA-B677-87F9F2F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NVIDIA supports Einride autonomous trucking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82682-8EAF-4B4F-B1AB-96A1125D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C949-F9C3-4B7D-A424-4E01B637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solidFill>
              <a:srgbClr val="0B19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00E40-BD23-4194-B57C-56C5D39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74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1,500–2,000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33C80-C2AC-4CD0-9F7E-0BE49EA6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7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Total electric-truck fleet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target for 2028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01788-327C-4A29-955F-0C994A4B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~80% of demand suitable for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EA507-751B-4270-A8B3-C102293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NVIDIA AI tools and compute platform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Next-generation Einride autonomy system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Current operations span the US, Europe and Middle East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Chip model, volume and contract value undisclosed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1A94D-D116-4E40-A57C-2D9D458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2026-09-22  |  DAILY REPORT  |  3</a:t>
            </a:r>
          </a:p>
        </p:txBody>
      </p:sp>
    </p:spTree>
    <p:extLst>
      <p:ext uri="{BB962C8B-B14F-4D97-AF65-F5344CB8AC3E}">
        <p14:creationId xmlns:p14="http://schemas.microsoft.com/office/powerpoint/2010/main" val="1502715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CE695-648E-478A-8E08-0B6E5CD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5EF24-F537-450D-9B7D-229058D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Regulatory and technology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60B9B-5663-49E1-864E-70B2F3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944FB-987D-4513-962A-2EC936E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219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7F8F6"/>
          </a:solidFill>
          <a:ln xmlns:a="http://schemas.openxmlformats.org/drawingml/2006/main" w="0">
            <a:solidFill>
              <a:srgbClr val="E7F8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37431-2872-4F96-84C0-2BF6B17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FSD Supervised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6F8DE-B69C-48BD-8E11-78A35672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Human driver remains responsible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Not robotaxi authorization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National provisional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F7533-0100-4A12-A203-EFADF18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181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B45B0-B853-4E03-A8BF-6B19642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Einride scale-up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03219-0B5C-43D7-A6DC-36D6E46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Fleet target includes electric trucks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Not all vehicles are autonomous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Supply details not disclosed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FF4FF-F28A-4E07-ABC3-D0A805DC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2026-09-22  |  DAILY REPORT  |  4</a:t>
            </a:r>
          </a:p>
        </p:txBody>
      </p:sp>
    </p:spTree>
    <p:extLst>
      <p:ext uri="{BB962C8B-B14F-4D97-AF65-F5344CB8AC3E}">
        <p14:creationId xmlns:p14="http://schemas.microsoft.com/office/powerpoint/2010/main" val="1934557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2D15A-74C5-4FD4-86FE-6C98B82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C88E-B8B7-463B-B193-77390EDA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8292D-C8E1-40E8-BC04-0EC9F55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2C6F-DF37-41A5-8F9B-3E3B1B3C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Reuters · Czech FSD Supervised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782EE-726A-4B75-852F-CE6502F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1922F-3D5D-4A1B-9C28-249772A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WSJ · NVIDIA–Einride autonomous trucking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E0E47-14E2-40AF-AFC9-E59FD62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are included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29595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2026-09-21T22:33:48.6480000Z</dcterms:created>
  <dcterms:modified xsi:type="dcterms:W3CDTF">2026-09-21T22:33:48.6480000Z</dcterms:modified>
</coreProperties>
</file>