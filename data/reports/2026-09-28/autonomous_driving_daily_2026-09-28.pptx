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8495ec6404f11" /><Relationship Type="http://schemas.openxmlformats.org/officeDocument/2006/relationships/extended-properties" Target="/docProps/app.xml" Id="R903a602834474992" /><Relationship Type="http://schemas.openxmlformats.org/officeDocument/2006/relationships/officeDocument" Target="/ppt/presentation.xml" Id="R4cb143e50981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dbb91690d46db"/>
  </p:sldMasterIdLst>
  <p:notesMasterIdLst>
    <p:notesMasterId xmlns:r="http://schemas.openxmlformats.org/officeDocument/2006/relationships" r:id="R6b6bca54b51a404d"/>
  </p:notesMasterIdLst>
  <p:sldIdLst>
    <p:sldId xmlns:r="http://schemas.openxmlformats.org/officeDocument/2006/relationships" id="256" r:id="Rc9a6d56922a34435"/>
    <p:sldId xmlns:r="http://schemas.openxmlformats.org/officeDocument/2006/relationships" id="257" r:id="R0debf76dfe064ede"/>
    <p:sldId xmlns:r="http://schemas.openxmlformats.org/officeDocument/2006/relationships" id="258" r:id="R7fa0719de61840ca"/>
    <p:sldId xmlns:r="http://schemas.openxmlformats.org/officeDocument/2006/relationships" id="259" r:id="R4ad37556b9284f0a"/>
    <p:sldId xmlns:r="http://schemas.openxmlformats.org/officeDocument/2006/relationships" id="260" r:id="R257be790b84e480b"/>
    <p:sldId xmlns:r="http://schemas.openxmlformats.org/officeDocument/2006/relationships" id="261" r:id="Re390586b866d4d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62552ed2494c6a" /><Relationship Type="http://schemas.openxmlformats.org/officeDocument/2006/relationships/slideMaster" Target="/ppt/slideMasters/slideMaster1.xml" Id="R071dbb91690d46db" /><Relationship Type="http://schemas.openxmlformats.org/officeDocument/2006/relationships/notesMaster" Target="/ppt/notesMasters/notesMaster1.xml" Id="R6b6bca54b51a404d" /><Relationship Type="http://schemas.openxmlformats.org/officeDocument/2006/relationships/presProps" Target="/ppt/presProps.xml" Id="R8b02aef5dd934c13" /><Relationship Type="http://schemas.openxmlformats.org/officeDocument/2006/relationships/tableStyles" Target="/ppt/tableStyles.xml" Id="Re816cc7250334b86" /><Relationship Type="http://schemas.openxmlformats.org/officeDocument/2006/relationships/slide" Target="/ppt/slides/slide1.xml" Id="Rc9a6d56922a34435" /><Relationship Type="http://schemas.openxmlformats.org/officeDocument/2006/relationships/slide" Target="/ppt/slides/slide2.xml" Id="R0debf76dfe064ede" /><Relationship Type="http://schemas.openxmlformats.org/officeDocument/2006/relationships/slide" Target="/ppt/slides/slide3.xml" Id="R7fa0719de61840ca" /><Relationship Type="http://schemas.openxmlformats.org/officeDocument/2006/relationships/slide" Target="/ppt/slides/slide4.xml" Id="R4ad37556b9284f0a" /><Relationship Type="http://schemas.openxmlformats.org/officeDocument/2006/relationships/slide" Target="/ppt/slides/slide5.xml" Id="R257be790b84e480b" /><Relationship Type="http://schemas.openxmlformats.org/officeDocument/2006/relationships/slide" Target="/ppt/slides/slide6.xml" Id="Re390586b866d4d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2c99b2810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9eefe8c68410f" /><Relationship Type="http://schemas.openxmlformats.org/officeDocument/2006/relationships/notesMaster" Target="/ppt/notesMasters/notesMaster1.xml" Id="R4fa77d8a1a4f47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cd0a3fad44478d" /><Relationship Type="http://schemas.openxmlformats.org/officeDocument/2006/relationships/notesMaster" Target="/ppt/notesMasters/notesMaster1.xml" Id="Re2766bef638c41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2059e30d04685" /><Relationship Type="http://schemas.openxmlformats.org/officeDocument/2006/relationships/notesMaster" Target="/ppt/notesMasters/notesMaster1.xml" Id="Rea7f1a49a997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652737eea4b34" /><Relationship Type="http://schemas.openxmlformats.org/officeDocument/2006/relationships/notesMaster" Target="/ppt/notesMasters/notesMaster1.xml" Id="R8a2bd0838e634a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78c6aa0f54165" /><Relationship Type="http://schemas.openxmlformats.org/officeDocument/2006/relationships/notesMaster" Target="/ppt/notesMasters/notesMaster1.xml" Id="Rbe750c535a174b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7807657fcc43c6" /><Relationship Type="http://schemas.openxmlformats.org/officeDocument/2006/relationships/notesMaster" Target="/ppt/notesMasters/notesMaster1.xml" Id="R5aec128b9ad4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Kodiak AI official release dated 2026-09-25.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Kodiak AI: https://kodiak.ai/news/kodiak-names-dallas-houston-driverless-launch-lane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Kodiak AI: https://investors.kodiak.ai/news-releases/news-release-details/kodiak-ai-and-dtl-transport-complete-first-autonomous-trucking</a:t>
            </a:r>
          </a:p>
          <a:p xmlns:a="http://schemas.openxmlformats.org/drawingml/2006/main">
            <a:r>
              <a:t>California DMV permit holders: https://www.dmv.ca.gov/portal/vehicle-industry-services/autonomous-vehicles/autonomous-vehicle-testing-permit-holders/</a:t>
            </a:r>
          </a:p>
          <a:p xmlns:a="http://schemas.openxmlformats.org/drawingml/2006/main">
            <a:r>
              <a:t>California DMV regulations: https://www.dmv.ca.gov/portal/news-and-media/new-autonomous-vehicle-regulations-strengthen-oversight-and-enforcement-authorize-trucks-and-transit/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TechCrunch, published 2026-09-24 16:24 PDT: https://techcrunch.com/2026/09/24/waymo-is-scaling-fast-heres-what-the-fleet-data-shows/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ACP Holdings 8-K: https://www.sec.gov/Archives/edgar/data/2111542/000121390026100367/ea0304702-8k425_acpholdings.htm</a:t>
            </a:r>
          </a:p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Transaction release: https://www.sec.gov/Archives/edgar/data/2111542/000121390026100367/ea030470201ex99-1.htm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Kodiak Texas: https://kodiak.ai/news/kodiak-names-dallas-houston-driverless-launch-lane</a:t>
            </a:r>
          </a:p>
          <a:p xmlns:a="http://schemas.openxmlformats.org/drawingml/2006/main">
            <a:r>
              <a:t>Kodiak California: https://investors.kodiak.ai/news-releases/news-release-details/kodiak-ai-and-dtl-transport-complete-first-autonomous-trucking</a:t>
            </a:r>
          </a:p>
          <a:p xmlns:a="http://schemas.openxmlformats.org/drawingml/2006/main">
            <a:r>
              <a:t>California DMV: https://www.dmv.ca.gov/portal/vehicle-industry-services/autonomous-vehicles/autonomous-vehicle-testing-permit-holders/</a:t>
            </a:r>
          </a:p>
          <a:p xmlns:a="http://schemas.openxmlformats.org/drawingml/2006/main">
            <a:r>
              <a:t>TechCrunch: https://techcrunch.com/2026/09/24/waymo-is-scaling-fast-heres-what-the-fleet-data-shows/</a:t>
            </a:r>
          </a:p>
          <a:p xmlns:a="http://schemas.openxmlformats.org/drawingml/2006/main">
            <a:r>
              <a:t>SEC: https://www.sec.gov/Archives/edgar/data/2111542/000121390026100367/ea0304702-8k425_acpholdings.htm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1316c49ba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22f995c4c64a35" /><Relationship Type="http://schemas.openxmlformats.org/officeDocument/2006/relationships/slideLayout" Target="/ppt/slideLayouts/slideLayout1.xml" Id="R0670c434f4cd40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0c434f4cd40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2c289a9324de7" /><Relationship Type="http://schemas.openxmlformats.org/officeDocument/2006/relationships/notesSlide" Target="/ppt/notesSlides/notesSlide1.xml" Id="Rac9d5f86b04343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0f0e45cdc4a1f" /><Relationship Type="http://schemas.openxmlformats.org/officeDocument/2006/relationships/notesSlide" Target="/ppt/notesSlides/notesSlide2.xml" Id="Ra121de19dc76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dc64aea84a0f" /><Relationship Type="http://schemas.openxmlformats.org/officeDocument/2006/relationships/notesSlide" Target="/ppt/notesSlides/notesSlide3.xml" Id="R118048490955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575ff5af24d47" /><Relationship Type="http://schemas.openxmlformats.org/officeDocument/2006/relationships/notesSlide" Target="/ppt/notesSlides/notesSlide4.xml" Id="Rf68289993d8d49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82d64f6e74710" /><Relationship Type="http://schemas.openxmlformats.org/officeDocument/2006/relationships/notesSlide" Target="/ppt/notesSlides/notesSlide5.xml" Id="R23bed5e447dd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cbff40ee240cf" /><Relationship Type="http://schemas.openxmlformats.org/officeDocument/2006/relationships/notesSlide" Target="/ppt/notesSlides/notesSlide6.xml" Id="R37d86d4b543d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E20D3-5922-4903-98E5-4F5F3502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A171D-0E1D-40F1-820A-C4AD858E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26C10-5EFC-47B8-9316-8506C03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B26C3-8F47-45CC-B379-C6C06FC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Kodiak prepares Dallas–Houston driverless 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EBA08-262B-4C5F-B97C-769232C8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2026-09-28</a:t>
            </a:r>
          </a:p>
        </p:txBody>
      </p:sp>
    </p:spTree>
    <p:extLst>
      <p:ext uri="{BB962C8B-B14F-4D97-AF65-F5344CB8AC3E}">
        <p14:creationId xmlns:p14="http://schemas.microsoft.com/office/powerpoint/2010/main" val="1762173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6DBE-0E5A-4F5B-B87E-D79FECE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C4733-6379-46B6-8C96-A2473B3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Kodiak names first long-haul driverless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954D9-CD6D-4CB1-97BA-3D35FA7F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16E27-4A5D-4781-8E1A-0818B6B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 DALLAS–HOUSTON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AAE7D-5B0F-49E4-ADC1-ECE2C01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91297-49A3-4CD7-8B7A-65BF3E4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219 miles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953A5-B68B-4CC2-ADDF-ACAAF1FF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Interstate 45 corridor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0363B-5F98-4172-9949-80BA1E7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Year-end 2026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CE4D-9FF9-44E4-9DA0-BD62360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Daily end-to-end deliveries from Lancaster to Houston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Onboard safety observer reportedly made no steering intervention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Long-haul safety-case readiness was 93% at the end of August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More than 3.5M autonomous miles on the lane since 2019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Public-road driver-out service has not started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C1F6E-2025-467B-8C1D-558557B6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2026-09-28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65186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EBBB8-3A70-42E3-9E04-DA207C7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C7149-129E-45B9-9D19-F7AB5315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California autonomous freight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60F02-C6AC-4552-963A-2A68A20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F78F9-FCD9-4F3B-B5C4-B194BE75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REPORT  SAFETY DRIVER ONBOARD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3446C-B588-4E2C-973D-AD3B7FDA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 보고]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5CA5A-4575-410C-AA38-6038C038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225 miles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BE48A-0877-40F3-B76D-E361A2DD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Fresno to Los Angeles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98A1B-D4B9-4D04-9B5B-C1ECFD67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Fresh produce freight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2AC7A-3CE9-49C5-9AAB-B0CE362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Kodiak and DTL began the pilot on September 22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First deliveries are complete; the pilot remains active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Human safety driver stays behind the wheel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Kodiak holds California testing authorization with a driver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California requires staged testing before driverless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5D97D-0E6C-49AB-A407-068AF7B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2026-09-28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417464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6D75E-9411-4804-9775-ACFCEE9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065E4-45C5-4F59-9BD6-1B02B3D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fleet growth concentrates in Texas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437A-174E-468E-9A5F-3B11324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0485F-4C53-4245-888E-BC014DB0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 REGISTRATION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5C127-02CB-49E8-895A-DE409C04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CD4C-A427-4EA0-BCD5-64CC2F6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1,102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611B4-A11D-4C80-9C53-B481AE3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Texas registrations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E7962-066A-49FF-9B50-6498BB1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+49% in 3 weeks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F84E0-594A-4660-BC64-8867FAE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6572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TechCrunch analysis used state registrations and a fleet tracker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About one-third of the Texas fleet is the Ojai minivan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Roughly 80% of Waymo's 4,000 US vehicles sit in California and Texas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Registration count does not equal active paid-service vehicles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50D86-16E5-4380-BACE-26EE0130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2026-09-28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456031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1FF98-D203-4888-82DC-966FD0AB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C8818-000E-4829-9D7F-FB59219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transaction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98434-7454-4A1B-ADE5-4C921D9A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520DF-83D1-418E-9858-006EF3F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+ ADDITIONAL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9F361-1303-4AD7-8728-A392D60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[중복·추가 확인]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8038A-26A1-4309-BB84-7EE9509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May 26, 2027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6819E-B6C2-437A-B3D5-2A3E3BDE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Contractual Outside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B2C42-BCFF-45C1-9FCE-DC33C41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Year-end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BBBCB-5F54-4268-8172-5A0B70CC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Company closing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C0360-0AEA-4FA5-89F1-8206E68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SEC-filed 8-K sets an Outside Date of May 26, 2027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public release still targets closing by year-end 2026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Shareholder approvals, effective S-4 and Nasdaq approval remain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Transaction is not closed; no new company announcement found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Prior reports: Sep 21, 23, 24 and 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192EB-F898-404B-9F1E-1E846BCD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2026-09-28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316684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94BA6-296C-4A18-8A4F-6880EDC4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2D95F-458D-4B39-9FF1-4713019F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D13B0-8945-48B6-84DF-F416E8E8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01  Kodiak AI  Dallas–Houston driverless launch lane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45DCB-CE18-4186-A673-908063AD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02  Kodiak AI  California DTL deliveries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7C9A-292D-4179-99B0-A16F4EE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03  California DMV  Permit holders and 2026 regulations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5045B-B1A3-49C1-8E7A-14362C5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04  TechCrunch  Waymo Texas registration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7336F-AE15-4DEB-98B1-87D7758C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05  SEC  ACP Holdings–May Mobility Form 8-K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8A585-B165-46A0-BEF7-8934784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appear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337618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2026-09-27T22:33:20.6650000Z</dcterms:created>
  <dcterms:modified xsi:type="dcterms:W3CDTF">2026-09-27T22:33:20.6650000Z</dcterms:modified>
</coreProperties>
</file>